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73" r:id="rId3"/>
    <p:sldId id="257" r:id="rId4"/>
    <p:sldId id="258" r:id="rId5"/>
    <p:sldId id="259" r:id="rId6"/>
    <p:sldId id="264" r:id="rId7"/>
    <p:sldId id="265" r:id="rId8"/>
    <p:sldId id="266" r:id="rId9"/>
    <p:sldId id="267" r:id="rId10"/>
    <p:sldId id="268" r:id="rId11"/>
    <p:sldId id="269" r:id="rId12"/>
    <p:sldId id="272" r:id="rId13"/>
    <p:sldId id="270" r:id="rId14"/>
    <p:sldId id="271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9A0EAD-0A12-42FC-84AE-DEA931A278D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CB1F827-6E55-4ECF-A9A3-557DF6C6E926}">
      <dgm:prSet/>
      <dgm:spPr/>
      <dgm:t>
        <a:bodyPr/>
        <a:lstStyle/>
        <a:p>
          <a:r>
            <a:rPr lang="fr-FR"/>
            <a:t>Présentation de l’entreprise</a:t>
          </a:r>
          <a:endParaRPr lang="en-US"/>
        </a:p>
      </dgm:t>
    </dgm:pt>
    <dgm:pt modelId="{9D9F1260-733D-434D-96AD-B1E4C1EA3EDB}" type="parTrans" cxnId="{CC1BC19D-75EC-4B3B-B422-56155A2CF6E0}">
      <dgm:prSet/>
      <dgm:spPr/>
      <dgm:t>
        <a:bodyPr/>
        <a:lstStyle/>
        <a:p>
          <a:endParaRPr lang="en-US"/>
        </a:p>
      </dgm:t>
    </dgm:pt>
    <dgm:pt modelId="{EB5F8EFC-0A7D-427D-8F37-04F833C4368B}" type="sibTrans" cxnId="{CC1BC19D-75EC-4B3B-B422-56155A2CF6E0}">
      <dgm:prSet/>
      <dgm:spPr/>
      <dgm:t>
        <a:bodyPr/>
        <a:lstStyle/>
        <a:p>
          <a:endParaRPr lang="en-US"/>
        </a:p>
      </dgm:t>
    </dgm:pt>
    <dgm:pt modelId="{7F6CD205-4385-4402-8336-15180AF49B64}">
      <dgm:prSet/>
      <dgm:spPr/>
      <dgm:t>
        <a:bodyPr/>
        <a:lstStyle/>
        <a:p>
          <a:r>
            <a:rPr lang="fr-FR"/>
            <a:t>Valeur de l’entreprise</a:t>
          </a:r>
          <a:endParaRPr lang="en-US"/>
        </a:p>
      </dgm:t>
    </dgm:pt>
    <dgm:pt modelId="{CD96B788-9028-4B42-B400-008C509701A8}" type="parTrans" cxnId="{F3ED4BF2-8891-4219-B67B-090D5D8FB32D}">
      <dgm:prSet/>
      <dgm:spPr/>
      <dgm:t>
        <a:bodyPr/>
        <a:lstStyle/>
        <a:p>
          <a:endParaRPr lang="en-US"/>
        </a:p>
      </dgm:t>
    </dgm:pt>
    <dgm:pt modelId="{C8211F54-51A3-400F-A87E-7CDF6694E904}" type="sibTrans" cxnId="{F3ED4BF2-8891-4219-B67B-090D5D8FB32D}">
      <dgm:prSet/>
      <dgm:spPr/>
      <dgm:t>
        <a:bodyPr/>
        <a:lstStyle/>
        <a:p>
          <a:endParaRPr lang="en-US"/>
        </a:p>
      </dgm:t>
    </dgm:pt>
    <dgm:pt modelId="{B16E9958-883F-40F0-95AA-F027F8A0976C}">
      <dgm:prSet/>
      <dgm:spPr/>
      <dgm:t>
        <a:bodyPr/>
        <a:lstStyle/>
        <a:p>
          <a:r>
            <a:rPr lang="fr-FR"/>
            <a:t>Business plan </a:t>
          </a:r>
          <a:endParaRPr lang="en-US"/>
        </a:p>
      </dgm:t>
    </dgm:pt>
    <dgm:pt modelId="{B0B5A332-9422-4244-B484-280BB6996B94}" type="parTrans" cxnId="{F9596097-40BF-4822-9652-0CFED7C13D29}">
      <dgm:prSet/>
      <dgm:spPr/>
      <dgm:t>
        <a:bodyPr/>
        <a:lstStyle/>
        <a:p>
          <a:endParaRPr lang="en-US"/>
        </a:p>
      </dgm:t>
    </dgm:pt>
    <dgm:pt modelId="{7866686B-88A6-4550-87C4-4AAE2CEDD6F3}" type="sibTrans" cxnId="{F9596097-40BF-4822-9652-0CFED7C13D29}">
      <dgm:prSet/>
      <dgm:spPr/>
      <dgm:t>
        <a:bodyPr/>
        <a:lstStyle/>
        <a:p>
          <a:endParaRPr lang="en-US"/>
        </a:p>
      </dgm:t>
    </dgm:pt>
    <dgm:pt modelId="{9276EF58-4240-42B7-87D0-596335AD488E}">
      <dgm:prSet/>
      <dgm:spPr/>
      <dgm:t>
        <a:bodyPr/>
        <a:lstStyle/>
        <a:p>
          <a:r>
            <a:rPr lang="fr-FR"/>
            <a:t>Devis type</a:t>
          </a:r>
          <a:endParaRPr lang="en-US"/>
        </a:p>
      </dgm:t>
    </dgm:pt>
    <dgm:pt modelId="{2D390DCB-BD35-47BC-9102-5DFCE7F0B06C}" type="parTrans" cxnId="{21930A0E-681C-4E18-BFD6-00AF5648888D}">
      <dgm:prSet/>
      <dgm:spPr/>
      <dgm:t>
        <a:bodyPr/>
        <a:lstStyle/>
        <a:p>
          <a:endParaRPr lang="en-US"/>
        </a:p>
      </dgm:t>
    </dgm:pt>
    <dgm:pt modelId="{43D70092-7500-4547-BAE1-F6F95C477230}" type="sibTrans" cxnId="{21930A0E-681C-4E18-BFD6-00AF5648888D}">
      <dgm:prSet/>
      <dgm:spPr/>
      <dgm:t>
        <a:bodyPr/>
        <a:lstStyle/>
        <a:p>
          <a:endParaRPr lang="en-US"/>
        </a:p>
      </dgm:t>
    </dgm:pt>
    <dgm:pt modelId="{7FD3EEC6-C62C-410A-97BC-F3459EBEB0DF}">
      <dgm:prSet/>
      <dgm:spPr/>
      <dgm:t>
        <a:bodyPr/>
        <a:lstStyle/>
        <a:p>
          <a:r>
            <a:rPr lang="fr-FR"/>
            <a:t>Fiches de poste</a:t>
          </a:r>
          <a:endParaRPr lang="en-US"/>
        </a:p>
      </dgm:t>
    </dgm:pt>
    <dgm:pt modelId="{07820816-F6B1-4133-8D2F-B218364CAB6B}" type="parTrans" cxnId="{94957309-6FD5-4B19-BFF2-625E91308C53}">
      <dgm:prSet/>
      <dgm:spPr/>
      <dgm:t>
        <a:bodyPr/>
        <a:lstStyle/>
        <a:p>
          <a:endParaRPr lang="en-US"/>
        </a:p>
      </dgm:t>
    </dgm:pt>
    <dgm:pt modelId="{07C920FB-00A1-486D-AC7C-D47C58F14FFF}" type="sibTrans" cxnId="{94957309-6FD5-4B19-BFF2-625E91308C53}">
      <dgm:prSet/>
      <dgm:spPr/>
      <dgm:t>
        <a:bodyPr/>
        <a:lstStyle/>
        <a:p>
          <a:endParaRPr lang="en-US"/>
        </a:p>
      </dgm:t>
    </dgm:pt>
    <dgm:pt modelId="{6EB00DA5-E530-4763-A1FB-75FB913F1509}" type="pres">
      <dgm:prSet presAssocID="{929A0EAD-0A12-42FC-84AE-DEA931A278DE}" presName="outerComposite" presStyleCnt="0">
        <dgm:presLayoutVars>
          <dgm:chMax val="5"/>
          <dgm:dir/>
          <dgm:resizeHandles val="exact"/>
        </dgm:presLayoutVars>
      </dgm:prSet>
      <dgm:spPr/>
    </dgm:pt>
    <dgm:pt modelId="{B561A17F-5787-442C-81E5-E323640ECAB4}" type="pres">
      <dgm:prSet presAssocID="{929A0EAD-0A12-42FC-84AE-DEA931A278DE}" presName="dummyMaxCanvas" presStyleCnt="0">
        <dgm:presLayoutVars/>
      </dgm:prSet>
      <dgm:spPr/>
    </dgm:pt>
    <dgm:pt modelId="{FB7F60FE-9FD0-4FF7-9B4A-0215AE195FB0}" type="pres">
      <dgm:prSet presAssocID="{929A0EAD-0A12-42FC-84AE-DEA931A278DE}" presName="FiveNodes_1" presStyleLbl="node1" presStyleIdx="0" presStyleCnt="5">
        <dgm:presLayoutVars>
          <dgm:bulletEnabled val="1"/>
        </dgm:presLayoutVars>
      </dgm:prSet>
      <dgm:spPr/>
    </dgm:pt>
    <dgm:pt modelId="{695864A5-CD9D-4312-96E6-BAE26D6A649F}" type="pres">
      <dgm:prSet presAssocID="{929A0EAD-0A12-42FC-84AE-DEA931A278DE}" presName="FiveNodes_2" presStyleLbl="node1" presStyleIdx="1" presStyleCnt="5">
        <dgm:presLayoutVars>
          <dgm:bulletEnabled val="1"/>
        </dgm:presLayoutVars>
      </dgm:prSet>
      <dgm:spPr/>
    </dgm:pt>
    <dgm:pt modelId="{E0A1B384-981F-42DF-BDC7-13266B9541F4}" type="pres">
      <dgm:prSet presAssocID="{929A0EAD-0A12-42FC-84AE-DEA931A278DE}" presName="FiveNodes_3" presStyleLbl="node1" presStyleIdx="2" presStyleCnt="5">
        <dgm:presLayoutVars>
          <dgm:bulletEnabled val="1"/>
        </dgm:presLayoutVars>
      </dgm:prSet>
      <dgm:spPr/>
    </dgm:pt>
    <dgm:pt modelId="{A061A0E6-2A08-436C-9643-345F922A58AF}" type="pres">
      <dgm:prSet presAssocID="{929A0EAD-0A12-42FC-84AE-DEA931A278DE}" presName="FiveNodes_4" presStyleLbl="node1" presStyleIdx="3" presStyleCnt="5">
        <dgm:presLayoutVars>
          <dgm:bulletEnabled val="1"/>
        </dgm:presLayoutVars>
      </dgm:prSet>
      <dgm:spPr/>
    </dgm:pt>
    <dgm:pt modelId="{259E2986-3AF6-4F6A-9C55-9A8932C05761}" type="pres">
      <dgm:prSet presAssocID="{929A0EAD-0A12-42FC-84AE-DEA931A278DE}" presName="FiveNodes_5" presStyleLbl="node1" presStyleIdx="4" presStyleCnt="5">
        <dgm:presLayoutVars>
          <dgm:bulletEnabled val="1"/>
        </dgm:presLayoutVars>
      </dgm:prSet>
      <dgm:spPr/>
    </dgm:pt>
    <dgm:pt modelId="{FEBE738E-3CA2-47C8-88F0-E6E1C942FAA5}" type="pres">
      <dgm:prSet presAssocID="{929A0EAD-0A12-42FC-84AE-DEA931A278DE}" presName="FiveConn_1-2" presStyleLbl="fgAccFollowNode1" presStyleIdx="0" presStyleCnt="4">
        <dgm:presLayoutVars>
          <dgm:bulletEnabled val="1"/>
        </dgm:presLayoutVars>
      </dgm:prSet>
      <dgm:spPr/>
    </dgm:pt>
    <dgm:pt modelId="{4D2C1253-0203-4878-9E24-DA0B2927BF6D}" type="pres">
      <dgm:prSet presAssocID="{929A0EAD-0A12-42FC-84AE-DEA931A278DE}" presName="FiveConn_2-3" presStyleLbl="fgAccFollowNode1" presStyleIdx="1" presStyleCnt="4">
        <dgm:presLayoutVars>
          <dgm:bulletEnabled val="1"/>
        </dgm:presLayoutVars>
      </dgm:prSet>
      <dgm:spPr/>
    </dgm:pt>
    <dgm:pt modelId="{F722FEE5-30D5-43F8-ADEB-D03B0F71BDC9}" type="pres">
      <dgm:prSet presAssocID="{929A0EAD-0A12-42FC-84AE-DEA931A278DE}" presName="FiveConn_3-4" presStyleLbl="fgAccFollowNode1" presStyleIdx="2" presStyleCnt="4">
        <dgm:presLayoutVars>
          <dgm:bulletEnabled val="1"/>
        </dgm:presLayoutVars>
      </dgm:prSet>
      <dgm:spPr/>
    </dgm:pt>
    <dgm:pt modelId="{DE1754EC-D9E7-4D21-95ED-284386D6FE3C}" type="pres">
      <dgm:prSet presAssocID="{929A0EAD-0A12-42FC-84AE-DEA931A278DE}" presName="FiveConn_4-5" presStyleLbl="fgAccFollowNode1" presStyleIdx="3" presStyleCnt="4">
        <dgm:presLayoutVars>
          <dgm:bulletEnabled val="1"/>
        </dgm:presLayoutVars>
      </dgm:prSet>
      <dgm:spPr/>
    </dgm:pt>
    <dgm:pt modelId="{1D07C5E4-7BD4-4F82-BC41-35086E52748A}" type="pres">
      <dgm:prSet presAssocID="{929A0EAD-0A12-42FC-84AE-DEA931A278DE}" presName="FiveNodes_1_text" presStyleLbl="node1" presStyleIdx="4" presStyleCnt="5">
        <dgm:presLayoutVars>
          <dgm:bulletEnabled val="1"/>
        </dgm:presLayoutVars>
      </dgm:prSet>
      <dgm:spPr/>
    </dgm:pt>
    <dgm:pt modelId="{22A5A2EC-8845-4454-B3F8-B9F6090DD958}" type="pres">
      <dgm:prSet presAssocID="{929A0EAD-0A12-42FC-84AE-DEA931A278DE}" presName="FiveNodes_2_text" presStyleLbl="node1" presStyleIdx="4" presStyleCnt="5">
        <dgm:presLayoutVars>
          <dgm:bulletEnabled val="1"/>
        </dgm:presLayoutVars>
      </dgm:prSet>
      <dgm:spPr/>
    </dgm:pt>
    <dgm:pt modelId="{F7737E7A-B888-4558-BAFF-6F99F23FDC62}" type="pres">
      <dgm:prSet presAssocID="{929A0EAD-0A12-42FC-84AE-DEA931A278DE}" presName="FiveNodes_3_text" presStyleLbl="node1" presStyleIdx="4" presStyleCnt="5">
        <dgm:presLayoutVars>
          <dgm:bulletEnabled val="1"/>
        </dgm:presLayoutVars>
      </dgm:prSet>
      <dgm:spPr/>
    </dgm:pt>
    <dgm:pt modelId="{CAF31A95-0C5E-4679-B43F-12148847DA15}" type="pres">
      <dgm:prSet presAssocID="{929A0EAD-0A12-42FC-84AE-DEA931A278DE}" presName="FiveNodes_4_text" presStyleLbl="node1" presStyleIdx="4" presStyleCnt="5">
        <dgm:presLayoutVars>
          <dgm:bulletEnabled val="1"/>
        </dgm:presLayoutVars>
      </dgm:prSet>
      <dgm:spPr/>
    </dgm:pt>
    <dgm:pt modelId="{83914479-0767-4454-9F94-EC1D6C59AD08}" type="pres">
      <dgm:prSet presAssocID="{929A0EAD-0A12-42FC-84AE-DEA931A278D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4957309-6FD5-4B19-BFF2-625E91308C53}" srcId="{929A0EAD-0A12-42FC-84AE-DEA931A278DE}" destId="{7FD3EEC6-C62C-410A-97BC-F3459EBEB0DF}" srcOrd="4" destOrd="0" parTransId="{07820816-F6B1-4133-8D2F-B218364CAB6B}" sibTransId="{07C920FB-00A1-486D-AC7C-D47C58F14FFF}"/>
    <dgm:cxn modelId="{21930A0E-681C-4E18-BFD6-00AF5648888D}" srcId="{929A0EAD-0A12-42FC-84AE-DEA931A278DE}" destId="{9276EF58-4240-42B7-87D0-596335AD488E}" srcOrd="3" destOrd="0" parTransId="{2D390DCB-BD35-47BC-9102-5DFCE7F0B06C}" sibTransId="{43D70092-7500-4547-BAE1-F6F95C477230}"/>
    <dgm:cxn modelId="{AEFA3315-E2F5-44E7-AC1B-CA6E5D4355EF}" type="presOf" srcId="{7FD3EEC6-C62C-410A-97BC-F3459EBEB0DF}" destId="{259E2986-3AF6-4F6A-9C55-9A8932C05761}" srcOrd="0" destOrd="0" presId="urn:microsoft.com/office/officeart/2005/8/layout/vProcess5"/>
    <dgm:cxn modelId="{9E1E8D3A-9AE4-449C-9E25-A8FDC1D69A89}" type="presOf" srcId="{7FD3EEC6-C62C-410A-97BC-F3459EBEB0DF}" destId="{83914479-0767-4454-9F94-EC1D6C59AD08}" srcOrd="1" destOrd="0" presId="urn:microsoft.com/office/officeart/2005/8/layout/vProcess5"/>
    <dgm:cxn modelId="{EFC53360-C599-4585-88B1-656831D0DB62}" type="presOf" srcId="{EB5F8EFC-0A7D-427D-8F37-04F833C4368B}" destId="{FEBE738E-3CA2-47C8-88F0-E6E1C942FAA5}" srcOrd="0" destOrd="0" presId="urn:microsoft.com/office/officeart/2005/8/layout/vProcess5"/>
    <dgm:cxn modelId="{39BC5E41-1248-4D05-B466-48BDC32E03AD}" type="presOf" srcId="{B16E9958-883F-40F0-95AA-F027F8A0976C}" destId="{E0A1B384-981F-42DF-BDC7-13266B9541F4}" srcOrd="0" destOrd="0" presId="urn:microsoft.com/office/officeart/2005/8/layout/vProcess5"/>
    <dgm:cxn modelId="{32838545-B89C-4365-B47C-E590453AAC41}" type="presOf" srcId="{7F6CD205-4385-4402-8336-15180AF49B64}" destId="{22A5A2EC-8845-4454-B3F8-B9F6090DD958}" srcOrd="1" destOrd="0" presId="urn:microsoft.com/office/officeart/2005/8/layout/vProcess5"/>
    <dgm:cxn modelId="{AABAD476-B8F7-497A-B35F-B9D2D0A57DB1}" type="presOf" srcId="{7866686B-88A6-4550-87C4-4AAE2CEDD6F3}" destId="{F722FEE5-30D5-43F8-ADEB-D03B0F71BDC9}" srcOrd="0" destOrd="0" presId="urn:microsoft.com/office/officeart/2005/8/layout/vProcess5"/>
    <dgm:cxn modelId="{40BB028E-8A9E-4FD5-B03C-423EC1327725}" type="presOf" srcId="{B16E9958-883F-40F0-95AA-F027F8A0976C}" destId="{F7737E7A-B888-4558-BAFF-6F99F23FDC62}" srcOrd="1" destOrd="0" presId="urn:microsoft.com/office/officeart/2005/8/layout/vProcess5"/>
    <dgm:cxn modelId="{DFB8C78E-FD8E-4491-A7DC-7A5E1A6C56E9}" type="presOf" srcId="{C8211F54-51A3-400F-A87E-7CDF6694E904}" destId="{4D2C1253-0203-4878-9E24-DA0B2927BF6D}" srcOrd="0" destOrd="0" presId="urn:microsoft.com/office/officeart/2005/8/layout/vProcess5"/>
    <dgm:cxn modelId="{F9596097-40BF-4822-9652-0CFED7C13D29}" srcId="{929A0EAD-0A12-42FC-84AE-DEA931A278DE}" destId="{B16E9958-883F-40F0-95AA-F027F8A0976C}" srcOrd="2" destOrd="0" parTransId="{B0B5A332-9422-4244-B484-280BB6996B94}" sibTransId="{7866686B-88A6-4550-87C4-4AAE2CEDD6F3}"/>
    <dgm:cxn modelId="{A5C9629A-DD9E-4166-8352-30C83A3EF077}" type="presOf" srcId="{DCB1F827-6E55-4ECF-A9A3-557DF6C6E926}" destId="{FB7F60FE-9FD0-4FF7-9B4A-0215AE195FB0}" srcOrd="0" destOrd="0" presId="urn:microsoft.com/office/officeart/2005/8/layout/vProcess5"/>
    <dgm:cxn modelId="{CC1BC19D-75EC-4B3B-B422-56155A2CF6E0}" srcId="{929A0EAD-0A12-42FC-84AE-DEA931A278DE}" destId="{DCB1F827-6E55-4ECF-A9A3-557DF6C6E926}" srcOrd="0" destOrd="0" parTransId="{9D9F1260-733D-434D-96AD-B1E4C1EA3EDB}" sibTransId="{EB5F8EFC-0A7D-427D-8F37-04F833C4368B}"/>
    <dgm:cxn modelId="{85523CA7-8663-4F9F-9CFC-12A806B7A5AC}" type="presOf" srcId="{43D70092-7500-4547-BAE1-F6F95C477230}" destId="{DE1754EC-D9E7-4D21-95ED-284386D6FE3C}" srcOrd="0" destOrd="0" presId="urn:microsoft.com/office/officeart/2005/8/layout/vProcess5"/>
    <dgm:cxn modelId="{A94E08BA-7004-4D33-B7A1-7DFC08480039}" type="presOf" srcId="{929A0EAD-0A12-42FC-84AE-DEA931A278DE}" destId="{6EB00DA5-E530-4763-A1FB-75FB913F1509}" srcOrd="0" destOrd="0" presId="urn:microsoft.com/office/officeart/2005/8/layout/vProcess5"/>
    <dgm:cxn modelId="{C54BEABC-C6E1-4756-864D-03C24EA93181}" type="presOf" srcId="{DCB1F827-6E55-4ECF-A9A3-557DF6C6E926}" destId="{1D07C5E4-7BD4-4F82-BC41-35086E52748A}" srcOrd="1" destOrd="0" presId="urn:microsoft.com/office/officeart/2005/8/layout/vProcess5"/>
    <dgm:cxn modelId="{A91323C1-099C-4461-863F-2390BD3A9F2E}" type="presOf" srcId="{9276EF58-4240-42B7-87D0-596335AD488E}" destId="{CAF31A95-0C5E-4679-B43F-12148847DA15}" srcOrd="1" destOrd="0" presId="urn:microsoft.com/office/officeart/2005/8/layout/vProcess5"/>
    <dgm:cxn modelId="{7BF90BD5-4B35-47FA-9D61-90DA67B4A9F8}" type="presOf" srcId="{9276EF58-4240-42B7-87D0-596335AD488E}" destId="{A061A0E6-2A08-436C-9643-345F922A58AF}" srcOrd="0" destOrd="0" presId="urn:microsoft.com/office/officeart/2005/8/layout/vProcess5"/>
    <dgm:cxn modelId="{F3ED4BF2-8891-4219-B67B-090D5D8FB32D}" srcId="{929A0EAD-0A12-42FC-84AE-DEA931A278DE}" destId="{7F6CD205-4385-4402-8336-15180AF49B64}" srcOrd="1" destOrd="0" parTransId="{CD96B788-9028-4B42-B400-008C509701A8}" sibTransId="{C8211F54-51A3-400F-A87E-7CDF6694E904}"/>
    <dgm:cxn modelId="{8DD34BFF-9954-44B9-A47B-9820CD334F38}" type="presOf" srcId="{7F6CD205-4385-4402-8336-15180AF49B64}" destId="{695864A5-CD9D-4312-96E6-BAE26D6A649F}" srcOrd="0" destOrd="0" presId="urn:microsoft.com/office/officeart/2005/8/layout/vProcess5"/>
    <dgm:cxn modelId="{BBE660D6-E3DB-474E-90BE-CFC91AF15062}" type="presParOf" srcId="{6EB00DA5-E530-4763-A1FB-75FB913F1509}" destId="{B561A17F-5787-442C-81E5-E323640ECAB4}" srcOrd="0" destOrd="0" presId="urn:microsoft.com/office/officeart/2005/8/layout/vProcess5"/>
    <dgm:cxn modelId="{8DEEC76F-8E9A-411B-B2E5-725981290CDF}" type="presParOf" srcId="{6EB00DA5-E530-4763-A1FB-75FB913F1509}" destId="{FB7F60FE-9FD0-4FF7-9B4A-0215AE195FB0}" srcOrd="1" destOrd="0" presId="urn:microsoft.com/office/officeart/2005/8/layout/vProcess5"/>
    <dgm:cxn modelId="{D3F44078-FEFF-49A9-9AD0-4B89FD905C43}" type="presParOf" srcId="{6EB00DA5-E530-4763-A1FB-75FB913F1509}" destId="{695864A5-CD9D-4312-96E6-BAE26D6A649F}" srcOrd="2" destOrd="0" presId="urn:microsoft.com/office/officeart/2005/8/layout/vProcess5"/>
    <dgm:cxn modelId="{ABC603F2-0229-486C-A62D-794397253C8F}" type="presParOf" srcId="{6EB00DA5-E530-4763-A1FB-75FB913F1509}" destId="{E0A1B384-981F-42DF-BDC7-13266B9541F4}" srcOrd="3" destOrd="0" presId="urn:microsoft.com/office/officeart/2005/8/layout/vProcess5"/>
    <dgm:cxn modelId="{B028E256-23E9-4DFD-B5A4-D48BCE9F78F9}" type="presParOf" srcId="{6EB00DA5-E530-4763-A1FB-75FB913F1509}" destId="{A061A0E6-2A08-436C-9643-345F922A58AF}" srcOrd="4" destOrd="0" presId="urn:microsoft.com/office/officeart/2005/8/layout/vProcess5"/>
    <dgm:cxn modelId="{4AEA0F00-AA3A-4F12-9306-46B87CBEF140}" type="presParOf" srcId="{6EB00DA5-E530-4763-A1FB-75FB913F1509}" destId="{259E2986-3AF6-4F6A-9C55-9A8932C05761}" srcOrd="5" destOrd="0" presId="urn:microsoft.com/office/officeart/2005/8/layout/vProcess5"/>
    <dgm:cxn modelId="{6D6C8984-B11D-4B03-BD61-EB23DF67A965}" type="presParOf" srcId="{6EB00DA5-E530-4763-A1FB-75FB913F1509}" destId="{FEBE738E-3CA2-47C8-88F0-E6E1C942FAA5}" srcOrd="6" destOrd="0" presId="urn:microsoft.com/office/officeart/2005/8/layout/vProcess5"/>
    <dgm:cxn modelId="{F038A5C9-EE7A-463F-91D8-CB63A567D44F}" type="presParOf" srcId="{6EB00DA5-E530-4763-A1FB-75FB913F1509}" destId="{4D2C1253-0203-4878-9E24-DA0B2927BF6D}" srcOrd="7" destOrd="0" presId="urn:microsoft.com/office/officeart/2005/8/layout/vProcess5"/>
    <dgm:cxn modelId="{05129D46-0E94-47E7-A6D7-1821817015C4}" type="presParOf" srcId="{6EB00DA5-E530-4763-A1FB-75FB913F1509}" destId="{F722FEE5-30D5-43F8-ADEB-D03B0F71BDC9}" srcOrd="8" destOrd="0" presId="urn:microsoft.com/office/officeart/2005/8/layout/vProcess5"/>
    <dgm:cxn modelId="{13456A62-21C3-4F87-8B54-C94DF4BE4EB6}" type="presParOf" srcId="{6EB00DA5-E530-4763-A1FB-75FB913F1509}" destId="{DE1754EC-D9E7-4D21-95ED-284386D6FE3C}" srcOrd="9" destOrd="0" presId="urn:microsoft.com/office/officeart/2005/8/layout/vProcess5"/>
    <dgm:cxn modelId="{00C9B15E-69A5-4558-BAB9-F5F361727B22}" type="presParOf" srcId="{6EB00DA5-E530-4763-A1FB-75FB913F1509}" destId="{1D07C5E4-7BD4-4F82-BC41-35086E52748A}" srcOrd="10" destOrd="0" presId="urn:microsoft.com/office/officeart/2005/8/layout/vProcess5"/>
    <dgm:cxn modelId="{8E697EC7-E20B-4273-84C2-74B186A559AF}" type="presParOf" srcId="{6EB00DA5-E530-4763-A1FB-75FB913F1509}" destId="{22A5A2EC-8845-4454-B3F8-B9F6090DD958}" srcOrd="11" destOrd="0" presId="urn:microsoft.com/office/officeart/2005/8/layout/vProcess5"/>
    <dgm:cxn modelId="{74C1B640-936E-4937-BFAA-69D941B5E865}" type="presParOf" srcId="{6EB00DA5-E530-4763-A1FB-75FB913F1509}" destId="{F7737E7A-B888-4558-BAFF-6F99F23FDC62}" srcOrd="12" destOrd="0" presId="urn:microsoft.com/office/officeart/2005/8/layout/vProcess5"/>
    <dgm:cxn modelId="{E9FC2BC1-4E5C-4735-A3C8-3DA019C921DE}" type="presParOf" srcId="{6EB00DA5-E530-4763-A1FB-75FB913F1509}" destId="{CAF31A95-0C5E-4679-B43F-12148847DA15}" srcOrd="13" destOrd="0" presId="urn:microsoft.com/office/officeart/2005/8/layout/vProcess5"/>
    <dgm:cxn modelId="{40FC747B-D322-40E9-9BCC-F6E4A39C4A7E}" type="presParOf" srcId="{6EB00DA5-E530-4763-A1FB-75FB913F1509}" destId="{83914479-0767-4454-9F94-EC1D6C59AD0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19BBBE-2EAB-4AE0-8D55-49A5FD776F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88055AF-8981-41F7-95E7-052A79D51461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Comptable</a:t>
          </a:r>
          <a:endParaRPr lang="en-US"/>
        </a:p>
      </dgm:t>
    </dgm:pt>
    <dgm:pt modelId="{FF3435B1-9CA5-4714-905F-74A5FAF9116F}" type="parTrans" cxnId="{C6713D72-06A8-4762-BA72-194E1AED5406}">
      <dgm:prSet/>
      <dgm:spPr/>
      <dgm:t>
        <a:bodyPr/>
        <a:lstStyle/>
        <a:p>
          <a:endParaRPr lang="en-US"/>
        </a:p>
      </dgm:t>
    </dgm:pt>
    <dgm:pt modelId="{BD6B4BF4-E9FC-4D19-A355-E408C9058584}" type="sibTrans" cxnId="{C6713D72-06A8-4762-BA72-194E1AED5406}">
      <dgm:prSet/>
      <dgm:spPr/>
      <dgm:t>
        <a:bodyPr/>
        <a:lstStyle/>
        <a:p>
          <a:endParaRPr lang="en-US"/>
        </a:p>
      </dgm:t>
    </dgm:pt>
    <dgm:pt modelId="{801ED436-E864-4552-BE2E-744D592EF67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Commercial</a:t>
          </a:r>
          <a:endParaRPr lang="en-US"/>
        </a:p>
      </dgm:t>
    </dgm:pt>
    <dgm:pt modelId="{F068785A-B351-4435-93E7-B9D52594BF49}" type="parTrans" cxnId="{19FF3AB6-460E-4D97-A518-DF9A4CD18EB7}">
      <dgm:prSet/>
      <dgm:spPr/>
      <dgm:t>
        <a:bodyPr/>
        <a:lstStyle/>
        <a:p>
          <a:endParaRPr lang="en-US"/>
        </a:p>
      </dgm:t>
    </dgm:pt>
    <dgm:pt modelId="{D6354454-BDC8-4111-BA2D-3F557665C60A}" type="sibTrans" cxnId="{19FF3AB6-460E-4D97-A518-DF9A4CD18EB7}">
      <dgm:prSet/>
      <dgm:spPr/>
      <dgm:t>
        <a:bodyPr/>
        <a:lstStyle/>
        <a:p>
          <a:endParaRPr lang="en-US"/>
        </a:p>
      </dgm:t>
    </dgm:pt>
    <dgm:pt modelId="{15A63FE2-A8AA-4B69-9B4F-13EA016F053B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Designer</a:t>
          </a:r>
          <a:endParaRPr lang="en-US"/>
        </a:p>
      </dgm:t>
    </dgm:pt>
    <dgm:pt modelId="{E00A7D14-C3F5-4AA6-9800-EC7A04592511}" type="parTrans" cxnId="{20E397B3-2F7C-431E-B83B-498287078E6D}">
      <dgm:prSet/>
      <dgm:spPr/>
      <dgm:t>
        <a:bodyPr/>
        <a:lstStyle/>
        <a:p>
          <a:endParaRPr lang="en-US"/>
        </a:p>
      </dgm:t>
    </dgm:pt>
    <dgm:pt modelId="{497C4A04-2399-4734-A66F-9B55351156E1}" type="sibTrans" cxnId="{20E397B3-2F7C-431E-B83B-498287078E6D}">
      <dgm:prSet/>
      <dgm:spPr/>
      <dgm:t>
        <a:bodyPr/>
        <a:lstStyle/>
        <a:p>
          <a:endParaRPr lang="en-US"/>
        </a:p>
      </dgm:t>
    </dgm:pt>
    <dgm:pt modelId="{1D6EEB69-93C7-4200-A088-5F3392A179B6}" type="pres">
      <dgm:prSet presAssocID="{3819BBBE-2EAB-4AE0-8D55-49A5FD776F09}" presName="root" presStyleCnt="0">
        <dgm:presLayoutVars>
          <dgm:dir/>
          <dgm:resizeHandles val="exact"/>
        </dgm:presLayoutVars>
      </dgm:prSet>
      <dgm:spPr/>
    </dgm:pt>
    <dgm:pt modelId="{CFF13FA0-946D-43EB-AE33-81EF7B77ABD6}" type="pres">
      <dgm:prSet presAssocID="{C88055AF-8981-41F7-95E7-052A79D51461}" presName="compNode" presStyleCnt="0"/>
      <dgm:spPr/>
    </dgm:pt>
    <dgm:pt modelId="{658D5BDF-246B-4BE1-99D3-53D1428DB9FB}" type="pres">
      <dgm:prSet presAssocID="{C88055AF-8981-41F7-95E7-052A79D51461}" presName="bgRect" presStyleLbl="bgShp" presStyleIdx="0" presStyleCnt="3"/>
      <dgm:spPr/>
    </dgm:pt>
    <dgm:pt modelId="{5885B720-32D1-4605-9D83-0B07D19D4080}" type="pres">
      <dgm:prSet presAssocID="{C88055AF-8981-41F7-95E7-052A79D5146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rice"/>
        </a:ext>
      </dgm:extLst>
    </dgm:pt>
    <dgm:pt modelId="{5F860E06-2F8C-49A0-BFEC-DA984CE67C2F}" type="pres">
      <dgm:prSet presAssocID="{C88055AF-8981-41F7-95E7-052A79D51461}" presName="spaceRect" presStyleCnt="0"/>
      <dgm:spPr/>
    </dgm:pt>
    <dgm:pt modelId="{D65A7863-9753-4696-AFA0-4C0DD5A6FF1B}" type="pres">
      <dgm:prSet presAssocID="{C88055AF-8981-41F7-95E7-052A79D51461}" presName="parTx" presStyleLbl="revTx" presStyleIdx="0" presStyleCnt="3">
        <dgm:presLayoutVars>
          <dgm:chMax val="0"/>
          <dgm:chPref val="0"/>
        </dgm:presLayoutVars>
      </dgm:prSet>
      <dgm:spPr/>
    </dgm:pt>
    <dgm:pt modelId="{4307E722-6B70-4661-BF62-C5D26C197FAD}" type="pres">
      <dgm:prSet presAssocID="{BD6B4BF4-E9FC-4D19-A355-E408C9058584}" presName="sibTrans" presStyleCnt="0"/>
      <dgm:spPr/>
    </dgm:pt>
    <dgm:pt modelId="{C4F577ED-1DCF-4845-B8C4-BBF13A69C7B2}" type="pres">
      <dgm:prSet presAssocID="{801ED436-E864-4552-BE2E-744D592EF67F}" presName="compNode" presStyleCnt="0"/>
      <dgm:spPr/>
    </dgm:pt>
    <dgm:pt modelId="{9B6AC60A-DACA-4D48-9849-2B26CFF3E394}" type="pres">
      <dgm:prSet presAssocID="{801ED436-E864-4552-BE2E-744D592EF67F}" presName="bgRect" presStyleLbl="bgShp" presStyleIdx="1" presStyleCnt="3"/>
      <dgm:spPr/>
    </dgm:pt>
    <dgm:pt modelId="{159C84AF-5756-4F05-92D5-79B3C477E6C6}" type="pres">
      <dgm:prSet presAssocID="{801ED436-E864-4552-BE2E-744D592EF67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lle"/>
        </a:ext>
      </dgm:extLst>
    </dgm:pt>
    <dgm:pt modelId="{4B1A1527-D819-4D58-B93E-C3CC5470D994}" type="pres">
      <dgm:prSet presAssocID="{801ED436-E864-4552-BE2E-744D592EF67F}" presName="spaceRect" presStyleCnt="0"/>
      <dgm:spPr/>
    </dgm:pt>
    <dgm:pt modelId="{8C1CE441-4DAC-44F5-9380-E2CDD2F222E8}" type="pres">
      <dgm:prSet presAssocID="{801ED436-E864-4552-BE2E-744D592EF67F}" presName="parTx" presStyleLbl="revTx" presStyleIdx="1" presStyleCnt="3">
        <dgm:presLayoutVars>
          <dgm:chMax val="0"/>
          <dgm:chPref val="0"/>
        </dgm:presLayoutVars>
      </dgm:prSet>
      <dgm:spPr/>
    </dgm:pt>
    <dgm:pt modelId="{53BFEB5D-9FFA-4A3B-81C4-9E60153CCEA2}" type="pres">
      <dgm:prSet presAssocID="{D6354454-BDC8-4111-BA2D-3F557665C60A}" presName="sibTrans" presStyleCnt="0"/>
      <dgm:spPr/>
    </dgm:pt>
    <dgm:pt modelId="{49771C6C-2119-47E7-B313-A4306B935C1C}" type="pres">
      <dgm:prSet presAssocID="{15A63FE2-A8AA-4B69-9B4F-13EA016F053B}" presName="compNode" presStyleCnt="0"/>
      <dgm:spPr/>
    </dgm:pt>
    <dgm:pt modelId="{44AA1B30-022E-4295-942E-06CA6F8B015B}" type="pres">
      <dgm:prSet presAssocID="{15A63FE2-A8AA-4B69-9B4F-13EA016F053B}" presName="bgRect" presStyleLbl="bgShp" presStyleIdx="2" presStyleCnt="3"/>
      <dgm:spPr/>
    </dgm:pt>
    <dgm:pt modelId="{85F7DC91-3409-4EC0-88C6-1C299452A1A2}" type="pres">
      <dgm:prSet presAssocID="{15A63FE2-A8AA-4B69-9B4F-13EA016F053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ste"/>
        </a:ext>
      </dgm:extLst>
    </dgm:pt>
    <dgm:pt modelId="{9B0CC159-BB36-4B6D-B3A0-D989F6F02BB2}" type="pres">
      <dgm:prSet presAssocID="{15A63FE2-A8AA-4B69-9B4F-13EA016F053B}" presName="spaceRect" presStyleCnt="0"/>
      <dgm:spPr/>
    </dgm:pt>
    <dgm:pt modelId="{EC4F2A92-A533-4384-95D4-34C58651E384}" type="pres">
      <dgm:prSet presAssocID="{15A63FE2-A8AA-4B69-9B4F-13EA016F053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8B66E28-8A13-42D3-B54C-0BE2A224AEB8}" type="presOf" srcId="{C88055AF-8981-41F7-95E7-052A79D51461}" destId="{D65A7863-9753-4696-AFA0-4C0DD5A6FF1B}" srcOrd="0" destOrd="0" presId="urn:microsoft.com/office/officeart/2018/2/layout/IconVerticalSolidList"/>
    <dgm:cxn modelId="{C6713D72-06A8-4762-BA72-194E1AED5406}" srcId="{3819BBBE-2EAB-4AE0-8D55-49A5FD776F09}" destId="{C88055AF-8981-41F7-95E7-052A79D51461}" srcOrd="0" destOrd="0" parTransId="{FF3435B1-9CA5-4714-905F-74A5FAF9116F}" sibTransId="{BD6B4BF4-E9FC-4D19-A355-E408C9058584}"/>
    <dgm:cxn modelId="{9AEAB181-48E1-4262-8CD2-5FB1165E5752}" type="presOf" srcId="{15A63FE2-A8AA-4B69-9B4F-13EA016F053B}" destId="{EC4F2A92-A533-4384-95D4-34C58651E384}" srcOrd="0" destOrd="0" presId="urn:microsoft.com/office/officeart/2018/2/layout/IconVerticalSolidList"/>
    <dgm:cxn modelId="{20E397B3-2F7C-431E-B83B-498287078E6D}" srcId="{3819BBBE-2EAB-4AE0-8D55-49A5FD776F09}" destId="{15A63FE2-A8AA-4B69-9B4F-13EA016F053B}" srcOrd="2" destOrd="0" parTransId="{E00A7D14-C3F5-4AA6-9800-EC7A04592511}" sibTransId="{497C4A04-2399-4734-A66F-9B55351156E1}"/>
    <dgm:cxn modelId="{19FF3AB6-460E-4D97-A518-DF9A4CD18EB7}" srcId="{3819BBBE-2EAB-4AE0-8D55-49A5FD776F09}" destId="{801ED436-E864-4552-BE2E-744D592EF67F}" srcOrd="1" destOrd="0" parTransId="{F068785A-B351-4435-93E7-B9D52594BF49}" sibTransId="{D6354454-BDC8-4111-BA2D-3F557665C60A}"/>
    <dgm:cxn modelId="{E90A99F6-BF88-4423-9758-91A065C96AB3}" type="presOf" srcId="{3819BBBE-2EAB-4AE0-8D55-49A5FD776F09}" destId="{1D6EEB69-93C7-4200-A088-5F3392A179B6}" srcOrd="0" destOrd="0" presId="urn:microsoft.com/office/officeart/2018/2/layout/IconVerticalSolidList"/>
    <dgm:cxn modelId="{E60EFBFE-8431-4BD0-99B5-C3665098AF99}" type="presOf" srcId="{801ED436-E864-4552-BE2E-744D592EF67F}" destId="{8C1CE441-4DAC-44F5-9380-E2CDD2F222E8}" srcOrd="0" destOrd="0" presId="urn:microsoft.com/office/officeart/2018/2/layout/IconVerticalSolidList"/>
    <dgm:cxn modelId="{E1FF5689-9E03-45D8-9DAD-D1E98072E0AE}" type="presParOf" srcId="{1D6EEB69-93C7-4200-A088-5F3392A179B6}" destId="{CFF13FA0-946D-43EB-AE33-81EF7B77ABD6}" srcOrd="0" destOrd="0" presId="urn:microsoft.com/office/officeart/2018/2/layout/IconVerticalSolidList"/>
    <dgm:cxn modelId="{E92FBD35-6B26-45DB-ADEE-F46F324FB152}" type="presParOf" srcId="{CFF13FA0-946D-43EB-AE33-81EF7B77ABD6}" destId="{658D5BDF-246B-4BE1-99D3-53D1428DB9FB}" srcOrd="0" destOrd="0" presId="urn:microsoft.com/office/officeart/2018/2/layout/IconVerticalSolidList"/>
    <dgm:cxn modelId="{71EE2E56-ADA8-44C8-952E-51F39B340F32}" type="presParOf" srcId="{CFF13FA0-946D-43EB-AE33-81EF7B77ABD6}" destId="{5885B720-32D1-4605-9D83-0B07D19D4080}" srcOrd="1" destOrd="0" presId="urn:microsoft.com/office/officeart/2018/2/layout/IconVerticalSolidList"/>
    <dgm:cxn modelId="{942B702D-0EC9-4901-A455-60514A43B742}" type="presParOf" srcId="{CFF13FA0-946D-43EB-AE33-81EF7B77ABD6}" destId="{5F860E06-2F8C-49A0-BFEC-DA984CE67C2F}" srcOrd="2" destOrd="0" presId="urn:microsoft.com/office/officeart/2018/2/layout/IconVerticalSolidList"/>
    <dgm:cxn modelId="{6A69A4F8-BABB-441D-8430-877999C8D9EC}" type="presParOf" srcId="{CFF13FA0-946D-43EB-AE33-81EF7B77ABD6}" destId="{D65A7863-9753-4696-AFA0-4C0DD5A6FF1B}" srcOrd="3" destOrd="0" presId="urn:microsoft.com/office/officeart/2018/2/layout/IconVerticalSolidList"/>
    <dgm:cxn modelId="{99BF69EF-C5D8-44FF-B5A1-5FC9BAD22A99}" type="presParOf" srcId="{1D6EEB69-93C7-4200-A088-5F3392A179B6}" destId="{4307E722-6B70-4661-BF62-C5D26C197FAD}" srcOrd="1" destOrd="0" presId="urn:microsoft.com/office/officeart/2018/2/layout/IconVerticalSolidList"/>
    <dgm:cxn modelId="{17CB1E6D-ABBC-477B-9A7D-95845E26FBDE}" type="presParOf" srcId="{1D6EEB69-93C7-4200-A088-5F3392A179B6}" destId="{C4F577ED-1DCF-4845-B8C4-BBF13A69C7B2}" srcOrd="2" destOrd="0" presId="urn:microsoft.com/office/officeart/2018/2/layout/IconVerticalSolidList"/>
    <dgm:cxn modelId="{989E5D30-79AC-4281-9F9F-9982AFC09ECE}" type="presParOf" srcId="{C4F577ED-1DCF-4845-B8C4-BBF13A69C7B2}" destId="{9B6AC60A-DACA-4D48-9849-2B26CFF3E394}" srcOrd="0" destOrd="0" presId="urn:microsoft.com/office/officeart/2018/2/layout/IconVerticalSolidList"/>
    <dgm:cxn modelId="{5CDD4F62-AAC4-4DA3-89C0-15D053CCCB8E}" type="presParOf" srcId="{C4F577ED-1DCF-4845-B8C4-BBF13A69C7B2}" destId="{159C84AF-5756-4F05-92D5-79B3C477E6C6}" srcOrd="1" destOrd="0" presId="urn:microsoft.com/office/officeart/2018/2/layout/IconVerticalSolidList"/>
    <dgm:cxn modelId="{8C048E61-86EA-45C5-8AF9-BDB3F71A8B2C}" type="presParOf" srcId="{C4F577ED-1DCF-4845-B8C4-BBF13A69C7B2}" destId="{4B1A1527-D819-4D58-B93E-C3CC5470D994}" srcOrd="2" destOrd="0" presId="urn:microsoft.com/office/officeart/2018/2/layout/IconVerticalSolidList"/>
    <dgm:cxn modelId="{7E46D69F-DA55-4425-9D0B-4381AA7981BD}" type="presParOf" srcId="{C4F577ED-1DCF-4845-B8C4-BBF13A69C7B2}" destId="{8C1CE441-4DAC-44F5-9380-E2CDD2F222E8}" srcOrd="3" destOrd="0" presId="urn:microsoft.com/office/officeart/2018/2/layout/IconVerticalSolidList"/>
    <dgm:cxn modelId="{6024B709-0601-4D5F-A46E-35DDCCC7E58C}" type="presParOf" srcId="{1D6EEB69-93C7-4200-A088-5F3392A179B6}" destId="{53BFEB5D-9FFA-4A3B-81C4-9E60153CCEA2}" srcOrd="3" destOrd="0" presId="urn:microsoft.com/office/officeart/2018/2/layout/IconVerticalSolidList"/>
    <dgm:cxn modelId="{03F25D2A-2396-473F-A66F-0F9ADD1D0A0A}" type="presParOf" srcId="{1D6EEB69-93C7-4200-A088-5F3392A179B6}" destId="{49771C6C-2119-47E7-B313-A4306B935C1C}" srcOrd="4" destOrd="0" presId="urn:microsoft.com/office/officeart/2018/2/layout/IconVerticalSolidList"/>
    <dgm:cxn modelId="{A2822420-985E-4B70-BA9B-77C9929A41AD}" type="presParOf" srcId="{49771C6C-2119-47E7-B313-A4306B935C1C}" destId="{44AA1B30-022E-4295-942E-06CA6F8B015B}" srcOrd="0" destOrd="0" presId="urn:microsoft.com/office/officeart/2018/2/layout/IconVerticalSolidList"/>
    <dgm:cxn modelId="{4E932CBB-3752-49F8-95D7-30928338A981}" type="presParOf" srcId="{49771C6C-2119-47E7-B313-A4306B935C1C}" destId="{85F7DC91-3409-4EC0-88C6-1C299452A1A2}" srcOrd="1" destOrd="0" presId="urn:microsoft.com/office/officeart/2018/2/layout/IconVerticalSolidList"/>
    <dgm:cxn modelId="{F91D36D4-A568-4CBF-9AD1-C2052D1A8E25}" type="presParOf" srcId="{49771C6C-2119-47E7-B313-A4306B935C1C}" destId="{9B0CC159-BB36-4B6D-B3A0-D989F6F02BB2}" srcOrd="2" destOrd="0" presId="urn:microsoft.com/office/officeart/2018/2/layout/IconVerticalSolidList"/>
    <dgm:cxn modelId="{9F658479-78F6-4EBC-B03D-A8DE09A299EB}" type="presParOf" srcId="{49771C6C-2119-47E7-B313-A4306B935C1C}" destId="{EC4F2A92-A533-4384-95D4-34C58651E3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7F60FE-9FD0-4FF7-9B4A-0215AE195FB0}">
      <dsp:nvSpPr>
        <dsp:cNvPr id="0" name=""/>
        <dsp:cNvSpPr/>
      </dsp:nvSpPr>
      <dsp:spPr>
        <a:xfrm>
          <a:off x="0" y="0"/>
          <a:ext cx="4286363" cy="9323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Présentation de l’entreprise</a:t>
          </a:r>
          <a:endParaRPr lang="en-US" sz="2400" kern="1200"/>
        </a:p>
      </dsp:txBody>
      <dsp:txXfrm>
        <a:off x="27308" y="27308"/>
        <a:ext cx="3171188" cy="877743"/>
      </dsp:txXfrm>
    </dsp:sp>
    <dsp:sp modelId="{695864A5-CD9D-4312-96E6-BAE26D6A649F}">
      <dsp:nvSpPr>
        <dsp:cNvPr id="0" name=""/>
        <dsp:cNvSpPr/>
      </dsp:nvSpPr>
      <dsp:spPr>
        <a:xfrm>
          <a:off x="320085" y="1061853"/>
          <a:ext cx="4286363" cy="932359"/>
        </a:xfrm>
        <a:prstGeom prst="roundRect">
          <a:avLst>
            <a:gd name="adj" fmla="val 10000"/>
          </a:avLst>
        </a:prstGeom>
        <a:solidFill>
          <a:schemeClr val="accent2">
            <a:hueOff val="-374198"/>
            <a:satOff val="-169"/>
            <a:lumOff val="17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Valeur de l’entreprise</a:t>
          </a:r>
          <a:endParaRPr lang="en-US" sz="2400" kern="1200"/>
        </a:p>
      </dsp:txBody>
      <dsp:txXfrm>
        <a:off x="347393" y="1089161"/>
        <a:ext cx="3305628" cy="877743"/>
      </dsp:txXfrm>
    </dsp:sp>
    <dsp:sp modelId="{E0A1B384-981F-42DF-BDC7-13266B9541F4}">
      <dsp:nvSpPr>
        <dsp:cNvPr id="0" name=""/>
        <dsp:cNvSpPr/>
      </dsp:nvSpPr>
      <dsp:spPr>
        <a:xfrm>
          <a:off x="640171" y="2123707"/>
          <a:ext cx="4286363" cy="932359"/>
        </a:xfrm>
        <a:prstGeom prst="roundRect">
          <a:avLst>
            <a:gd name="adj" fmla="val 10000"/>
          </a:avLst>
        </a:prstGeom>
        <a:solidFill>
          <a:schemeClr val="accent2">
            <a:hueOff val="-748397"/>
            <a:satOff val="-337"/>
            <a:lumOff val="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Business plan </a:t>
          </a:r>
          <a:endParaRPr lang="en-US" sz="2400" kern="1200"/>
        </a:p>
      </dsp:txBody>
      <dsp:txXfrm>
        <a:off x="667479" y="2151015"/>
        <a:ext cx="3305628" cy="877743"/>
      </dsp:txXfrm>
    </dsp:sp>
    <dsp:sp modelId="{A061A0E6-2A08-436C-9643-345F922A58AF}">
      <dsp:nvSpPr>
        <dsp:cNvPr id="0" name=""/>
        <dsp:cNvSpPr/>
      </dsp:nvSpPr>
      <dsp:spPr>
        <a:xfrm>
          <a:off x="960256" y="3185561"/>
          <a:ext cx="4286363" cy="932359"/>
        </a:xfrm>
        <a:prstGeom prst="roundRect">
          <a:avLst>
            <a:gd name="adj" fmla="val 10000"/>
          </a:avLst>
        </a:prstGeom>
        <a:solidFill>
          <a:schemeClr val="accent2">
            <a:hueOff val="-1122595"/>
            <a:satOff val="-506"/>
            <a:lumOff val="52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Devis type</a:t>
          </a:r>
          <a:endParaRPr lang="en-US" sz="2400" kern="1200"/>
        </a:p>
      </dsp:txBody>
      <dsp:txXfrm>
        <a:off x="987564" y="3212869"/>
        <a:ext cx="3305628" cy="877743"/>
      </dsp:txXfrm>
    </dsp:sp>
    <dsp:sp modelId="{259E2986-3AF6-4F6A-9C55-9A8932C05761}">
      <dsp:nvSpPr>
        <dsp:cNvPr id="0" name=""/>
        <dsp:cNvSpPr/>
      </dsp:nvSpPr>
      <dsp:spPr>
        <a:xfrm>
          <a:off x="1280342" y="4247414"/>
          <a:ext cx="4286363" cy="932359"/>
        </a:xfrm>
        <a:prstGeom prst="roundRect">
          <a:avLst>
            <a:gd name="adj" fmla="val 10000"/>
          </a:avLst>
        </a:prstGeom>
        <a:solidFill>
          <a:schemeClr val="accent2">
            <a:hueOff val="-1496794"/>
            <a:satOff val="-674"/>
            <a:lumOff val="70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Fiches de poste</a:t>
          </a:r>
          <a:endParaRPr lang="en-US" sz="2400" kern="1200"/>
        </a:p>
      </dsp:txBody>
      <dsp:txXfrm>
        <a:off x="1307650" y="4274722"/>
        <a:ext cx="3305628" cy="877743"/>
      </dsp:txXfrm>
    </dsp:sp>
    <dsp:sp modelId="{FEBE738E-3CA2-47C8-88F0-E6E1C942FAA5}">
      <dsp:nvSpPr>
        <dsp:cNvPr id="0" name=""/>
        <dsp:cNvSpPr/>
      </dsp:nvSpPr>
      <dsp:spPr>
        <a:xfrm>
          <a:off x="3680330" y="681140"/>
          <a:ext cx="606033" cy="6060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3816687" y="681140"/>
        <a:ext cx="333319" cy="456040"/>
      </dsp:txXfrm>
    </dsp:sp>
    <dsp:sp modelId="{4D2C1253-0203-4878-9E24-DA0B2927BF6D}">
      <dsp:nvSpPr>
        <dsp:cNvPr id="0" name=""/>
        <dsp:cNvSpPr/>
      </dsp:nvSpPr>
      <dsp:spPr>
        <a:xfrm>
          <a:off x="4000415" y="1742993"/>
          <a:ext cx="606033" cy="6060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785781"/>
            <a:satOff val="5282"/>
            <a:lumOff val="47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85781"/>
              <a:satOff val="5282"/>
              <a:lumOff val="4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136772" y="1742993"/>
        <a:ext cx="333319" cy="456040"/>
      </dsp:txXfrm>
    </dsp:sp>
    <dsp:sp modelId="{F722FEE5-30D5-43F8-ADEB-D03B0F71BDC9}">
      <dsp:nvSpPr>
        <dsp:cNvPr id="0" name=""/>
        <dsp:cNvSpPr/>
      </dsp:nvSpPr>
      <dsp:spPr>
        <a:xfrm>
          <a:off x="4320501" y="2789308"/>
          <a:ext cx="606033" cy="6060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571563"/>
            <a:satOff val="10565"/>
            <a:lumOff val="94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571563"/>
              <a:satOff val="10565"/>
              <a:lumOff val="9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456858" y="2789308"/>
        <a:ext cx="333319" cy="456040"/>
      </dsp:txXfrm>
    </dsp:sp>
    <dsp:sp modelId="{DE1754EC-D9E7-4D21-95ED-284386D6FE3C}">
      <dsp:nvSpPr>
        <dsp:cNvPr id="0" name=""/>
        <dsp:cNvSpPr/>
      </dsp:nvSpPr>
      <dsp:spPr>
        <a:xfrm>
          <a:off x="4640586" y="3861521"/>
          <a:ext cx="606033" cy="6060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357344"/>
            <a:satOff val="15847"/>
            <a:lumOff val="141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357344"/>
              <a:satOff val="15847"/>
              <a:lumOff val="14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776943" y="3861521"/>
        <a:ext cx="333319" cy="456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8D5BDF-246B-4BE1-99D3-53D1428DB9FB}">
      <dsp:nvSpPr>
        <dsp:cNvPr id="0" name=""/>
        <dsp:cNvSpPr/>
      </dsp:nvSpPr>
      <dsp:spPr>
        <a:xfrm>
          <a:off x="0" y="628"/>
          <a:ext cx="6289466" cy="14701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85B720-32D1-4605-9D83-0B07D19D4080}">
      <dsp:nvSpPr>
        <dsp:cNvPr id="0" name=""/>
        <dsp:cNvSpPr/>
      </dsp:nvSpPr>
      <dsp:spPr>
        <a:xfrm>
          <a:off x="444732" y="331421"/>
          <a:ext cx="808604" cy="8086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A7863-9753-4696-AFA0-4C0DD5A6FF1B}">
      <dsp:nvSpPr>
        <dsp:cNvPr id="0" name=""/>
        <dsp:cNvSpPr/>
      </dsp:nvSpPr>
      <dsp:spPr>
        <a:xfrm>
          <a:off x="1698069" y="628"/>
          <a:ext cx="4591396" cy="1470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595" tIns="155595" rIns="155595" bIns="15559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Comptable</a:t>
          </a:r>
          <a:endParaRPr lang="en-US" sz="2500" kern="1200"/>
        </a:p>
      </dsp:txBody>
      <dsp:txXfrm>
        <a:off x="1698069" y="628"/>
        <a:ext cx="4591396" cy="1470190"/>
      </dsp:txXfrm>
    </dsp:sp>
    <dsp:sp modelId="{9B6AC60A-DACA-4D48-9849-2B26CFF3E394}">
      <dsp:nvSpPr>
        <dsp:cNvPr id="0" name=""/>
        <dsp:cNvSpPr/>
      </dsp:nvSpPr>
      <dsp:spPr>
        <a:xfrm>
          <a:off x="0" y="1838365"/>
          <a:ext cx="6289466" cy="14701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C84AF-5756-4F05-92D5-79B3C477E6C6}">
      <dsp:nvSpPr>
        <dsp:cNvPr id="0" name=""/>
        <dsp:cNvSpPr/>
      </dsp:nvSpPr>
      <dsp:spPr>
        <a:xfrm>
          <a:off x="444732" y="2169158"/>
          <a:ext cx="808604" cy="8086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CE441-4DAC-44F5-9380-E2CDD2F222E8}">
      <dsp:nvSpPr>
        <dsp:cNvPr id="0" name=""/>
        <dsp:cNvSpPr/>
      </dsp:nvSpPr>
      <dsp:spPr>
        <a:xfrm>
          <a:off x="1698069" y="1838365"/>
          <a:ext cx="4591396" cy="1470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595" tIns="155595" rIns="155595" bIns="15559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Commercial</a:t>
          </a:r>
          <a:endParaRPr lang="en-US" sz="2500" kern="1200"/>
        </a:p>
      </dsp:txBody>
      <dsp:txXfrm>
        <a:off x="1698069" y="1838365"/>
        <a:ext cx="4591396" cy="1470190"/>
      </dsp:txXfrm>
    </dsp:sp>
    <dsp:sp modelId="{44AA1B30-022E-4295-942E-06CA6F8B015B}">
      <dsp:nvSpPr>
        <dsp:cNvPr id="0" name=""/>
        <dsp:cNvSpPr/>
      </dsp:nvSpPr>
      <dsp:spPr>
        <a:xfrm>
          <a:off x="0" y="3676103"/>
          <a:ext cx="6289466" cy="14701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7DC91-3409-4EC0-88C6-1C299452A1A2}">
      <dsp:nvSpPr>
        <dsp:cNvPr id="0" name=""/>
        <dsp:cNvSpPr/>
      </dsp:nvSpPr>
      <dsp:spPr>
        <a:xfrm>
          <a:off x="444732" y="4006896"/>
          <a:ext cx="808604" cy="8086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F2A92-A533-4384-95D4-34C58651E384}">
      <dsp:nvSpPr>
        <dsp:cNvPr id="0" name=""/>
        <dsp:cNvSpPr/>
      </dsp:nvSpPr>
      <dsp:spPr>
        <a:xfrm>
          <a:off x="1698069" y="3676103"/>
          <a:ext cx="4591396" cy="1470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595" tIns="155595" rIns="155595" bIns="15559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Designer</a:t>
          </a:r>
          <a:endParaRPr lang="en-US" sz="2500" kern="1200"/>
        </a:p>
      </dsp:txBody>
      <dsp:txXfrm>
        <a:off x="1698069" y="3676103"/>
        <a:ext cx="4591396" cy="1470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18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2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7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87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57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2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6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69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40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44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24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09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2950D9A-4705-4314-961A-4F88B2CE4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3969F2-ED52-4E5C-B3FC-01E01B8B9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3" descr="Arrière-plan de fumée abstrait">
            <a:extLst>
              <a:ext uri="{FF2B5EF4-FFF2-40B4-BE49-F238E27FC236}">
                <a16:creationId xmlns:a16="http://schemas.microsoft.com/office/drawing/2014/main" id="{139D414B-08D2-71DE-09F7-169CC659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48" r="22889" b="-1"/>
          <a:stretch/>
        </p:blipFill>
        <p:spPr>
          <a:xfrm>
            <a:off x="5879804" y="-6350"/>
            <a:ext cx="6312196" cy="6874330"/>
          </a:xfrm>
          <a:custGeom>
            <a:avLst/>
            <a:gdLst/>
            <a:ahLst/>
            <a:cxnLst/>
            <a:rect l="l" t="t" r="r" b="b"/>
            <a:pathLst>
              <a:path w="6312196" h="6874330">
                <a:moveTo>
                  <a:pt x="2047193" y="0"/>
                </a:moveTo>
                <a:lnTo>
                  <a:pt x="6312196" y="0"/>
                </a:lnTo>
                <a:lnTo>
                  <a:pt x="6312196" y="6874330"/>
                </a:lnTo>
                <a:lnTo>
                  <a:pt x="0" y="6874330"/>
                </a:lnTo>
                <a:close/>
              </a:path>
            </a:pathLst>
          </a:custGeom>
        </p:spPr>
      </p:pic>
      <p:cxnSp>
        <p:nvCxnSpPr>
          <p:cNvPr id="20" name="Straight Connector 12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634715" y="0"/>
            <a:ext cx="914401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6A3D5DCF-D798-D89B-F253-4E5E05693A52}"/>
              </a:ext>
            </a:extLst>
          </p:cNvPr>
          <p:cNvSpPr txBox="1"/>
          <p:nvPr/>
        </p:nvSpPr>
        <p:spPr>
          <a:xfrm>
            <a:off x="231354" y="6433851"/>
            <a:ext cx="2993127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 dirty="0" err="1"/>
              <a:t>Adam,Léo,Owen,Mehdi,Patterson</a:t>
            </a:r>
          </a:p>
        </p:txBody>
      </p:sp>
    </p:spTree>
    <p:extLst>
      <p:ext uri="{BB962C8B-B14F-4D97-AF65-F5344CB8AC3E}">
        <p14:creationId xmlns:p14="http://schemas.microsoft.com/office/powerpoint/2010/main" val="3601344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CA7A60-8DF8-4B78-BFE3-B372B90AB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649CD0-294B-C61C-9A35-D7FEBCB02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13" y="908925"/>
            <a:ext cx="3723304" cy="4938854"/>
          </a:xfrm>
        </p:spPr>
        <p:txBody>
          <a:bodyPr>
            <a:normAutofit/>
          </a:bodyPr>
          <a:lstStyle/>
          <a:p>
            <a:r>
              <a:rPr lang="fr-FR"/>
              <a:t>Sommaire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E8AF9-FB73-4BD9-BA50-43BF340CB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532336" y="0"/>
            <a:ext cx="2086972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CEFB97-33B1-4F90-A6B8-EAA26EEA1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519615" y="0"/>
            <a:ext cx="583558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49B2BC-BBA3-C7B1-DE80-982746D399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567305"/>
              </p:ext>
            </p:extLst>
          </p:nvPr>
        </p:nvGraphicFramePr>
        <p:xfrm>
          <a:off x="5869682" y="799416"/>
          <a:ext cx="5566706" cy="5179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144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21FBE127-D2A6-4FA3-A6B9-B8FD1DE4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1385FC-4A64-3DEE-A68F-9010327EC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988" y="533400"/>
            <a:ext cx="4496228" cy="1690687"/>
          </a:xfrm>
        </p:spPr>
        <p:txBody>
          <a:bodyPr>
            <a:normAutofit/>
          </a:bodyPr>
          <a:lstStyle/>
          <a:p>
            <a:r>
              <a:rPr lang="fr-FR"/>
              <a:t>SLOGAN</a:t>
            </a:r>
          </a:p>
        </p:txBody>
      </p:sp>
      <p:cxnSp>
        <p:nvCxnSpPr>
          <p:cNvPr id="42" name="Straight Connector 18">
            <a:extLst>
              <a:ext uri="{FF2B5EF4-FFF2-40B4-BE49-F238E27FC236}">
                <a16:creationId xmlns:a16="http://schemas.microsoft.com/office/drawing/2014/main" id="{DDD9C044-4B08-47CC-852C-B22B09675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4948518" cy="132453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20">
            <a:extLst>
              <a:ext uri="{FF2B5EF4-FFF2-40B4-BE49-F238E27FC236}">
                <a16:creationId xmlns:a16="http://schemas.microsoft.com/office/drawing/2014/main" id="{5033687E-2F83-4E90-B11A-4B998C154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818708" cy="642738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22">
            <a:extLst>
              <a:ext uri="{FF2B5EF4-FFF2-40B4-BE49-F238E27FC236}">
                <a16:creationId xmlns:a16="http://schemas.microsoft.com/office/drawing/2014/main" id="{D292DBC3-1A72-41ED-8432-D0D64FD63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1" y="2743200"/>
            <a:ext cx="4477872" cy="4114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 descr="Une image contenant texte, livre, papier, Produit en papier&#10;&#10;Description générée automatiquement">
            <a:extLst>
              <a:ext uri="{FF2B5EF4-FFF2-40B4-BE49-F238E27FC236}">
                <a16:creationId xmlns:a16="http://schemas.microsoft.com/office/drawing/2014/main" id="{0CA17FAB-499C-6021-735D-2D7D9F0B53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77"/>
          <a:stretch/>
        </p:blipFill>
        <p:spPr>
          <a:xfrm>
            <a:off x="1096626" y="533400"/>
            <a:ext cx="4436148" cy="5791199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CE5BF9-588C-9E73-9D6C-EBF4696BA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1789" y="2290762"/>
            <a:ext cx="4572428" cy="403383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dirty="0">
                <a:latin typeface="-apple-system"/>
              </a:rPr>
              <a:t>L</a:t>
            </a:r>
            <a:r>
              <a:rPr lang="fr-FR" b="0" i="0" dirty="0">
                <a:effectLst/>
                <a:latin typeface="-apple-system"/>
              </a:rPr>
              <a:t>es vainqueurs l'écrivent, les vaincus racontent l’histoire</a:t>
            </a:r>
            <a:endParaRPr lang="fr-FR" dirty="0"/>
          </a:p>
        </p:txBody>
      </p:sp>
      <p:cxnSp>
        <p:nvCxnSpPr>
          <p:cNvPr id="45" name="Straight Connector 24">
            <a:extLst>
              <a:ext uri="{FF2B5EF4-FFF2-40B4-BE49-F238E27FC236}">
                <a16:creationId xmlns:a16="http://schemas.microsoft.com/office/drawing/2014/main" id="{99309E4A-5F81-4CAB-B5DB-AB4EB90C7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602477" y="2548218"/>
            <a:ext cx="589522" cy="430978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58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D16DE02-C2C8-477C-9FD7-70A983BDE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3AF29F-D5EC-4489-BF8F-3B356C59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173A01-F891-430E-B39E-483E711B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0363E9-7CD0-497E-88D7-940136490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CD4B14-FFCC-4CE5-BC9D-DF47AA1AD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5DED734-54E5-48ED-AEE6-165F2482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3B8AF083-6EF5-4C94-8512-ED4647128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84791"/>
            <a:ext cx="10064376" cy="1086847"/>
          </a:xfrm>
        </p:spPr>
        <p:txBody>
          <a:bodyPr>
            <a:normAutofit/>
          </a:bodyPr>
          <a:lstStyle/>
          <a:p>
            <a:r>
              <a:rPr lang="fr-FR" sz="3400"/>
              <a:t>Type d'organisme et son statut juridique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222167-616B-448F-A79B-219A4FD3D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02D583-906D-656D-CF9C-8EE02C0C9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554" y="2499694"/>
            <a:ext cx="5831833" cy="382490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0" i="0">
                <a:effectLst/>
                <a:latin typeface="-apple-system"/>
              </a:rPr>
              <a:t>Capital social minimum de 1€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i="0">
                <a:effectLst/>
                <a:latin typeface="-apple-system"/>
              </a:rPr>
              <a:t>Responsabilité limitée aux apports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i="0">
                <a:effectLst/>
                <a:latin typeface="-apple-system"/>
              </a:rPr>
              <a:t>Entre 2 et 100 associés</a:t>
            </a:r>
          </a:p>
        </p:txBody>
      </p:sp>
      <p:pic>
        <p:nvPicPr>
          <p:cNvPr id="5" name="Image 4" descr="Une image contenant texte, outil, marteau&#10;&#10;Description générée automatiquement">
            <a:extLst>
              <a:ext uri="{FF2B5EF4-FFF2-40B4-BE49-F238E27FC236}">
                <a16:creationId xmlns:a16="http://schemas.microsoft.com/office/drawing/2014/main" id="{E7B19820-650D-071E-CEFB-0219C1338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974" y="3316041"/>
            <a:ext cx="4136627" cy="215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91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6" name="Rectangle 145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812B206-25E9-4F8B-AED7-8353BA625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49100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142A6D3-8DB2-4EE4-B19A-4C40D070F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0990" y="4849100"/>
            <a:ext cx="2366826" cy="20089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D73BD45-87D9-44BD-8E6F-A575FFD9C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2" idx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849099"/>
            <a:ext cx="3027816" cy="100445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3787EBCA-AC2B-3E80-07A0-F67FB3FEB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95894"/>
            <a:ext cx="9144000" cy="1043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KBIS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1501647-AAE4-E482-0493-CA8DA3BEDA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2" t="6647"/>
          <a:stretch/>
        </p:blipFill>
        <p:spPr>
          <a:xfrm>
            <a:off x="533400" y="440234"/>
            <a:ext cx="5388261" cy="34509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FAC4C5F-9D5D-4009-2D62-9C68341EA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992" y="866864"/>
            <a:ext cx="5388261" cy="3367662"/>
          </a:xfrm>
          <a:prstGeom prst="rect">
            <a:avLst/>
          </a:prstGeom>
        </p:spPr>
      </p:pic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178E38C-83CD-4BC6-893D-662EF9BFA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602477" y="4849098"/>
            <a:ext cx="339224" cy="20089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C965CFDB-63A4-4033-A10B-8444138F6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2420" y="4849097"/>
            <a:ext cx="3309580" cy="138214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09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7F723-FE58-0880-B3BA-BA9C3CC4E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9" name="Rectangle 168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1323" y="-5553"/>
            <a:ext cx="8860678" cy="687330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229836 w 5905812"/>
              <a:gd name="connsiteY0" fmla="*/ 0 h 6888661"/>
              <a:gd name="connsiteX1" fmla="*/ 5905812 w 5905812"/>
              <a:gd name="connsiteY1" fmla="*/ 11953 h 6888661"/>
              <a:gd name="connsiteX2" fmla="*/ 5905812 w 5905812"/>
              <a:gd name="connsiteY2" fmla="*/ 6869951 h 6888661"/>
              <a:gd name="connsiteX3" fmla="*/ 0 w 5905812"/>
              <a:gd name="connsiteY3" fmla="*/ 6888661 h 6888661"/>
              <a:gd name="connsiteX4" fmla="*/ 1229836 w 5905812"/>
              <a:gd name="connsiteY4" fmla="*/ 0 h 6888661"/>
              <a:gd name="connsiteX0" fmla="*/ 1156550 w 5832526"/>
              <a:gd name="connsiteY0" fmla="*/ 0 h 6883466"/>
              <a:gd name="connsiteX1" fmla="*/ 5832526 w 5832526"/>
              <a:gd name="connsiteY1" fmla="*/ 11953 h 6883466"/>
              <a:gd name="connsiteX2" fmla="*/ 5832526 w 5832526"/>
              <a:gd name="connsiteY2" fmla="*/ 6869951 h 6883466"/>
              <a:gd name="connsiteX3" fmla="*/ 0 w 5832526"/>
              <a:gd name="connsiteY3" fmla="*/ 6883466 h 6883466"/>
              <a:gd name="connsiteX4" fmla="*/ 1156550 w 5832526"/>
              <a:gd name="connsiteY4" fmla="*/ 0 h 6883466"/>
              <a:gd name="connsiteX0" fmla="*/ 1104130 w 5780106"/>
              <a:gd name="connsiteY0" fmla="*/ 0 h 6873306"/>
              <a:gd name="connsiteX1" fmla="*/ 5780106 w 5780106"/>
              <a:gd name="connsiteY1" fmla="*/ 11953 h 6873306"/>
              <a:gd name="connsiteX2" fmla="*/ 5780106 w 5780106"/>
              <a:gd name="connsiteY2" fmla="*/ 6869951 h 6873306"/>
              <a:gd name="connsiteX3" fmla="*/ 0 w 5780106"/>
              <a:gd name="connsiteY3" fmla="*/ 6873306 h 6873306"/>
              <a:gd name="connsiteX4" fmla="*/ 1104130 w 5780106"/>
              <a:gd name="connsiteY4" fmla="*/ 0 h 6873306"/>
              <a:gd name="connsiteX0" fmla="*/ 1064815 w 5740791"/>
              <a:gd name="connsiteY0" fmla="*/ 0 h 6869951"/>
              <a:gd name="connsiteX1" fmla="*/ 5740791 w 5740791"/>
              <a:gd name="connsiteY1" fmla="*/ 11953 h 6869951"/>
              <a:gd name="connsiteX2" fmla="*/ 5740791 w 5740791"/>
              <a:gd name="connsiteY2" fmla="*/ 6869951 h 6869951"/>
              <a:gd name="connsiteX3" fmla="*/ 0 w 5740791"/>
              <a:gd name="connsiteY3" fmla="*/ 6863146 h 6869951"/>
              <a:gd name="connsiteX4" fmla="*/ 1064815 w 5740791"/>
              <a:gd name="connsiteY4" fmla="*/ 0 h 6869951"/>
              <a:gd name="connsiteX0" fmla="*/ 1038605 w 5714581"/>
              <a:gd name="connsiteY0" fmla="*/ 0 h 6873306"/>
              <a:gd name="connsiteX1" fmla="*/ 5714581 w 5714581"/>
              <a:gd name="connsiteY1" fmla="*/ 11953 h 6873306"/>
              <a:gd name="connsiteX2" fmla="*/ 5714581 w 5714581"/>
              <a:gd name="connsiteY2" fmla="*/ 6869951 h 6873306"/>
              <a:gd name="connsiteX3" fmla="*/ 0 w 5714581"/>
              <a:gd name="connsiteY3" fmla="*/ 6873306 h 6873306"/>
              <a:gd name="connsiteX4" fmla="*/ 1038605 w 5714581"/>
              <a:gd name="connsiteY4" fmla="*/ 0 h 687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4581" h="6873306">
                <a:moveTo>
                  <a:pt x="1038605" y="0"/>
                </a:moveTo>
                <a:lnTo>
                  <a:pt x="5714581" y="11953"/>
                </a:lnTo>
                <a:lnTo>
                  <a:pt x="5714581" y="6869951"/>
                </a:lnTo>
                <a:lnTo>
                  <a:pt x="0" y="6873306"/>
                </a:lnTo>
                <a:lnTo>
                  <a:pt x="1038605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0DBD263-357B-9CC6-1285-71DABB98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79" y="415278"/>
            <a:ext cx="3971261" cy="40641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/>
              <a:t>Les </a:t>
            </a:r>
            <a:r>
              <a:rPr lang="en-US" sz="4100" err="1"/>
              <a:t>Valeurs</a:t>
            </a:r>
            <a:r>
              <a:rPr lang="en-US" sz="4100"/>
              <a:t> de </a:t>
            </a:r>
            <a:r>
              <a:rPr lang="en-US" sz="4100" err="1"/>
              <a:t>l’Entreprise</a:t>
            </a:r>
            <a:r>
              <a:rPr lang="en-US" sz="4100"/>
              <a:t>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7E7E756-92EB-DE8B-E8F6-5ED7701D63AE}"/>
              </a:ext>
            </a:extLst>
          </p:cNvPr>
          <p:cNvSpPr txBox="1"/>
          <p:nvPr/>
        </p:nvSpPr>
        <p:spPr>
          <a:xfrm>
            <a:off x="5493026" y="533400"/>
            <a:ext cx="5883964" cy="5771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fr-FR" sz="2800">
                <a:solidFill>
                  <a:schemeClr val="tx2"/>
                </a:solidFill>
                <a:latin typeface="Aptos" panose="020B0004020202020204" pitchFamily="34" charset="0"/>
              </a:rPr>
              <a:t>Écologie </a:t>
            </a:r>
          </a:p>
          <a:p>
            <a:pPr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fr-FR" sz="2800">
                <a:solidFill>
                  <a:schemeClr val="tx2"/>
                </a:solidFill>
                <a:latin typeface="Aptos" panose="020B0004020202020204" pitchFamily="34" charset="0"/>
              </a:rPr>
              <a:t>Qualité au rendez-vous </a:t>
            </a:r>
          </a:p>
          <a:p>
            <a:pPr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fr-FR" sz="2800">
                <a:solidFill>
                  <a:schemeClr val="tx2"/>
                </a:solidFill>
                <a:latin typeface="Aptos" panose="020B0004020202020204" pitchFamily="34" charset="0"/>
              </a:rPr>
              <a:t>Être reconnu sur le marché</a:t>
            </a:r>
          </a:p>
          <a:p>
            <a:pPr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fr-FR" sz="2800">
                <a:solidFill>
                  <a:schemeClr val="tx2"/>
                </a:solidFill>
                <a:latin typeface="Aptos" panose="020B0004020202020204" pitchFamily="34" charset="0"/>
              </a:rPr>
              <a:t>Concurrentiel </a:t>
            </a:r>
          </a:p>
        </p:txBody>
      </p:sp>
      <p:cxnSp>
        <p:nvCxnSpPr>
          <p:cNvPr id="171" name="Straight Connector 164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4894729"/>
            <a:ext cx="4206239" cy="196787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66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1373" y="0"/>
            <a:ext cx="463526" cy="691388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16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24459-2922-6FFE-AB39-F064E8FD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FA49195-69EB-4E39-A68A-C232E2D0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92F9DC-743D-47E7-A019-EE09540F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C8F6A0-4AF3-5CEC-0B25-A49326BC1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0" y="1239078"/>
            <a:ext cx="7802880" cy="32315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/>
              <a:t>Business plan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-17932" y="19556"/>
            <a:ext cx="8547253" cy="23223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A4F542-D561-4AFB-8321-EB900BAF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-17931" y="0"/>
            <a:ext cx="1461005" cy="461772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4D9248B-0006-4BFE-8110-40C16E45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935720" y="3957320"/>
            <a:ext cx="3272713" cy="290067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593BB5-7AFA-4C8F-AECA-CE733B1F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93326" y="0"/>
            <a:ext cx="1332509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37960" y="0"/>
            <a:ext cx="5654039" cy="220625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C9F4738-DD27-44BE-98C6-AB0B2296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5196840"/>
            <a:ext cx="5181599" cy="16416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66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1323" y="-5553"/>
            <a:ext cx="8860678" cy="687330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229836 w 5905812"/>
              <a:gd name="connsiteY0" fmla="*/ 0 h 6888661"/>
              <a:gd name="connsiteX1" fmla="*/ 5905812 w 5905812"/>
              <a:gd name="connsiteY1" fmla="*/ 11953 h 6888661"/>
              <a:gd name="connsiteX2" fmla="*/ 5905812 w 5905812"/>
              <a:gd name="connsiteY2" fmla="*/ 6869951 h 6888661"/>
              <a:gd name="connsiteX3" fmla="*/ 0 w 5905812"/>
              <a:gd name="connsiteY3" fmla="*/ 6888661 h 6888661"/>
              <a:gd name="connsiteX4" fmla="*/ 1229836 w 5905812"/>
              <a:gd name="connsiteY4" fmla="*/ 0 h 6888661"/>
              <a:gd name="connsiteX0" fmla="*/ 1156550 w 5832526"/>
              <a:gd name="connsiteY0" fmla="*/ 0 h 6883466"/>
              <a:gd name="connsiteX1" fmla="*/ 5832526 w 5832526"/>
              <a:gd name="connsiteY1" fmla="*/ 11953 h 6883466"/>
              <a:gd name="connsiteX2" fmla="*/ 5832526 w 5832526"/>
              <a:gd name="connsiteY2" fmla="*/ 6869951 h 6883466"/>
              <a:gd name="connsiteX3" fmla="*/ 0 w 5832526"/>
              <a:gd name="connsiteY3" fmla="*/ 6883466 h 6883466"/>
              <a:gd name="connsiteX4" fmla="*/ 1156550 w 5832526"/>
              <a:gd name="connsiteY4" fmla="*/ 0 h 6883466"/>
              <a:gd name="connsiteX0" fmla="*/ 1104130 w 5780106"/>
              <a:gd name="connsiteY0" fmla="*/ 0 h 6873306"/>
              <a:gd name="connsiteX1" fmla="*/ 5780106 w 5780106"/>
              <a:gd name="connsiteY1" fmla="*/ 11953 h 6873306"/>
              <a:gd name="connsiteX2" fmla="*/ 5780106 w 5780106"/>
              <a:gd name="connsiteY2" fmla="*/ 6869951 h 6873306"/>
              <a:gd name="connsiteX3" fmla="*/ 0 w 5780106"/>
              <a:gd name="connsiteY3" fmla="*/ 6873306 h 6873306"/>
              <a:gd name="connsiteX4" fmla="*/ 1104130 w 5780106"/>
              <a:gd name="connsiteY4" fmla="*/ 0 h 6873306"/>
              <a:gd name="connsiteX0" fmla="*/ 1064815 w 5740791"/>
              <a:gd name="connsiteY0" fmla="*/ 0 h 6869951"/>
              <a:gd name="connsiteX1" fmla="*/ 5740791 w 5740791"/>
              <a:gd name="connsiteY1" fmla="*/ 11953 h 6869951"/>
              <a:gd name="connsiteX2" fmla="*/ 5740791 w 5740791"/>
              <a:gd name="connsiteY2" fmla="*/ 6869951 h 6869951"/>
              <a:gd name="connsiteX3" fmla="*/ 0 w 5740791"/>
              <a:gd name="connsiteY3" fmla="*/ 6863146 h 6869951"/>
              <a:gd name="connsiteX4" fmla="*/ 1064815 w 5740791"/>
              <a:gd name="connsiteY4" fmla="*/ 0 h 6869951"/>
              <a:gd name="connsiteX0" fmla="*/ 1038605 w 5714581"/>
              <a:gd name="connsiteY0" fmla="*/ 0 h 6873306"/>
              <a:gd name="connsiteX1" fmla="*/ 5714581 w 5714581"/>
              <a:gd name="connsiteY1" fmla="*/ 11953 h 6873306"/>
              <a:gd name="connsiteX2" fmla="*/ 5714581 w 5714581"/>
              <a:gd name="connsiteY2" fmla="*/ 6869951 h 6873306"/>
              <a:gd name="connsiteX3" fmla="*/ 0 w 5714581"/>
              <a:gd name="connsiteY3" fmla="*/ 6873306 h 6873306"/>
              <a:gd name="connsiteX4" fmla="*/ 1038605 w 5714581"/>
              <a:gd name="connsiteY4" fmla="*/ 0 h 687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4581" h="6873306">
                <a:moveTo>
                  <a:pt x="1038605" y="0"/>
                </a:moveTo>
                <a:lnTo>
                  <a:pt x="5714581" y="11953"/>
                </a:lnTo>
                <a:lnTo>
                  <a:pt x="5714581" y="6869951"/>
                </a:lnTo>
                <a:lnTo>
                  <a:pt x="0" y="6873306"/>
                </a:lnTo>
                <a:lnTo>
                  <a:pt x="1038605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56A0FE-1CB2-ABC0-27FC-8A192B17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675167"/>
            <a:ext cx="3971261" cy="40641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ffectLst/>
              </a:rPr>
              <a:t>Résumé </a:t>
            </a:r>
            <a:r>
              <a:rPr lang="en-US" err="1">
                <a:effectLst/>
              </a:rPr>
              <a:t>exécutif</a:t>
            </a:r>
            <a:endParaRPr lang="en-US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78A39E51-08F3-CC4A-48B5-536BC166B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3026" y="533400"/>
            <a:ext cx="5883964" cy="5771481"/>
          </a:xfrm>
        </p:spPr>
        <p:txBody>
          <a:bodyPr anchor="ctr">
            <a:normAutofit/>
          </a:bodyPr>
          <a:lstStyle/>
          <a:p>
            <a:r>
              <a:rPr lang="fr-FR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Objectif :</a:t>
            </a:r>
            <a:endParaRPr lang="fr-FR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r-FR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Lancer une structure e-Commerce de</a:t>
            </a:r>
            <a:r>
              <a:rPr lang="fr-FR" kern="100">
                <a:latin typeface="Aptos"/>
                <a:ea typeface="Aptos" panose="020B0004020202020204" pitchFamily="34" charset="0"/>
                <a:cs typeface="Times New Roman"/>
              </a:rPr>
              <a:t> produits dérivés (maillots, accessoires, </a:t>
            </a:r>
            <a:r>
              <a:rPr lang="fr-FR" kern="100" err="1">
                <a:latin typeface="Aptos"/>
                <a:ea typeface="Aptos" panose="020B0004020202020204" pitchFamily="34" charset="0"/>
                <a:cs typeface="Times New Roman"/>
              </a:rPr>
              <a:t>etc</a:t>
            </a:r>
            <a:r>
              <a:rPr lang="fr-FR" kern="100">
                <a:latin typeface="Aptos"/>
                <a:ea typeface="Aptos" panose="020B0004020202020204" pitchFamily="34" charset="0"/>
                <a:cs typeface="Times New Roman"/>
              </a:rPr>
              <a:t>) d'une équipe </a:t>
            </a:r>
            <a:r>
              <a:rPr lang="fr-FR" kern="100" err="1">
                <a:latin typeface="Aptos"/>
                <a:ea typeface="Aptos" panose="020B0004020202020204" pitchFamily="34" charset="0"/>
                <a:cs typeface="Times New Roman"/>
              </a:rPr>
              <a:t>esport</a:t>
            </a:r>
            <a:r>
              <a:rPr lang="fr-FR" kern="100">
                <a:latin typeface="Aptos"/>
                <a:ea typeface="Aptos" panose="020B0004020202020204" pitchFamily="34" charset="0"/>
                <a:cs typeface="Times New Roman"/>
              </a:rPr>
              <a:t> pour</a:t>
            </a:r>
            <a:r>
              <a:rPr lang="fr-FR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générer des revenus et fidéliser une communauté passionnée.</a:t>
            </a:r>
          </a:p>
          <a:p>
            <a:endParaRPr lang="fr-FR"/>
          </a:p>
        </p:txBody>
      </p:sp>
      <p:cxnSp>
        <p:nvCxnSpPr>
          <p:cNvPr id="72" name="Straight Connector 57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4894729"/>
            <a:ext cx="4206239" cy="196787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59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1373" y="0"/>
            <a:ext cx="463526" cy="691388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01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2C880-F416-8F5D-2B6D-E01A0808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1323" y="-5553"/>
            <a:ext cx="8860678" cy="687330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229836 w 5905812"/>
              <a:gd name="connsiteY0" fmla="*/ 0 h 6888661"/>
              <a:gd name="connsiteX1" fmla="*/ 5905812 w 5905812"/>
              <a:gd name="connsiteY1" fmla="*/ 11953 h 6888661"/>
              <a:gd name="connsiteX2" fmla="*/ 5905812 w 5905812"/>
              <a:gd name="connsiteY2" fmla="*/ 6869951 h 6888661"/>
              <a:gd name="connsiteX3" fmla="*/ 0 w 5905812"/>
              <a:gd name="connsiteY3" fmla="*/ 6888661 h 6888661"/>
              <a:gd name="connsiteX4" fmla="*/ 1229836 w 5905812"/>
              <a:gd name="connsiteY4" fmla="*/ 0 h 6888661"/>
              <a:gd name="connsiteX0" fmla="*/ 1156550 w 5832526"/>
              <a:gd name="connsiteY0" fmla="*/ 0 h 6883466"/>
              <a:gd name="connsiteX1" fmla="*/ 5832526 w 5832526"/>
              <a:gd name="connsiteY1" fmla="*/ 11953 h 6883466"/>
              <a:gd name="connsiteX2" fmla="*/ 5832526 w 5832526"/>
              <a:gd name="connsiteY2" fmla="*/ 6869951 h 6883466"/>
              <a:gd name="connsiteX3" fmla="*/ 0 w 5832526"/>
              <a:gd name="connsiteY3" fmla="*/ 6883466 h 6883466"/>
              <a:gd name="connsiteX4" fmla="*/ 1156550 w 5832526"/>
              <a:gd name="connsiteY4" fmla="*/ 0 h 6883466"/>
              <a:gd name="connsiteX0" fmla="*/ 1104130 w 5780106"/>
              <a:gd name="connsiteY0" fmla="*/ 0 h 6873306"/>
              <a:gd name="connsiteX1" fmla="*/ 5780106 w 5780106"/>
              <a:gd name="connsiteY1" fmla="*/ 11953 h 6873306"/>
              <a:gd name="connsiteX2" fmla="*/ 5780106 w 5780106"/>
              <a:gd name="connsiteY2" fmla="*/ 6869951 h 6873306"/>
              <a:gd name="connsiteX3" fmla="*/ 0 w 5780106"/>
              <a:gd name="connsiteY3" fmla="*/ 6873306 h 6873306"/>
              <a:gd name="connsiteX4" fmla="*/ 1104130 w 5780106"/>
              <a:gd name="connsiteY4" fmla="*/ 0 h 6873306"/>
              <a:gd name="connsiteX0" fmla="*/ 1064815 w 5740791"/>
              <a:gd name="connsiteY0" fmla="*/ 0 h 6869951"/>
              <a:gd name="connsiteX1" fmla="*/ 5740791 w 5740791"/>
              <a:gd name="connsiteY1" fmla="*/ 11953 h 6869951"/>
              <a:gd name="connsiteX2" fmla="*/ 5740791 w 5740791"/>
              <a:gd name="connsiteY2" fmla="*/ 6869951 h 6869951"/>
              <a:gd name="connsiteX3" fmla="*/ 0 w 5740791"/>
              <a:gd name="connsiteY3" fmla="*/ 6863146 h 6869951"/>
              <a:gd name="connsiteX4" fmla="*/ 1064815 w 5740791"/>
              <a:gd name="connsiteY4" fmla="*/ 0 h 6869951"/>
              <a:gd name="connsiteX0" fmla="*/ 1038605 w 5714581"/>
              <a:gd name="connsiteY0" fmla="*/ 0 h 6873306"/>
              <a:gd name="connsiteX1" fmla="*/ 5714581 w 5714581"/>
              <a:gd name="connsiteY1" fmla="*/ 11953 h 6873306"/>
              <a:gd name="connsiteX2" fmla="*/ 5714581 w 5714581"/>
              <a:gd name="connsiteY2" fmla="*/ 6869951 h 6873306"/>
              <a:gd name="connsiteX3" fmla="*/ 0 w 5714581"/>
              <a:gd name="connsiteY3" fmla="*/ 6873306 h 6873306"/>
              <a:gd name="connsiteX4" fmla="*/ 1038605 w 5714581"/>
              <a:gd name="connsiteY4" fmla="*/ 0 h 687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4581" h="6873306">
                <a:moveTo>
                  <a:pt x="1038605" y="0"/>
                </a:moveTo>
                <a:lnTo>
                  <a:pt x="5714581" y="11953"/>
                </a:lnTo>
                <a:lnTo>
                  <a:pt x="5714581" y="6869951"/>
                </a:lnTo>
                <a:lnTo>
                  <a:pt x="0" y="6873306"/>
                </a:lnTo>
                <a:lnTo>
                  <a:pt x="1038605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AB6407F-4151-7AA9-FF67-7D17A0753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675167"/>
            <a:ext cx="3971261" cy="2382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ffectLst/>
              </a:rPr>
              <a:t>analyse</a:t>
            </a:r>
            <a:r>
              <a:rPr lang="en-US">
                <a:effectLst/>
              </a:rPr>
              <a:t> de </a:t>
            </a:r>
            <a:r>
              <a:rPr lang="en-US" err="1">
                <a:effectLst/>
              </a:rPr>
              <a:t>marché</a:t>
            </a:r>
            <a:br>
              <a:rPr lang="en-US">
                <a:effectLst/>
              </a:rPr>
            </a:br>
            <a:endParaRPr lang="en-US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FA0A4B75-A9CC-BDC1-B68A-BA270EB22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5426" y="4018915"/>
            <a:ext cx="5883964" cy="2382069"/>
          </a:xfrm>
        </p:spPr>
        <p:txBody>
          <a:bodyPr anchor="ctr">
            <a:normAutofit/>
          </a:bodyPr>
          <a:lstStyle/>
          <a:p>
            <a:r>
              <a:rPr lang="fr-FR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Fnatic</a:t>
            </a:r>
            <a:r>
              <a:rPr lang="fr-FR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G2 </a:t>
            </a:r>
            <a:r>
              <a:rPr lang="fr-FR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Esports</a:t>
            </a:r>
            <a:r>
              <a:rPr lang="fr-FR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Vitality</a:t>
            </a:r>
            <a:r>
              <a:rPr lang="fr-FR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Karmine</a:t>
            </a:r>
            <a:r>
              <a:rPr lang="fr-FR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Gentle</a:t>
            </a:r>
            <a:r>
              <a:rPr lang="fr-FR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Mates</a:t>
            </a:r>
            <a:r>
              <a:rPr lang="fr-FR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fr-FR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4894729"/>
            <a:ext cx="4206239" cy="196787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1373" y="0"/>
            <a:ext cx="463526" cy="691388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re 1">
            <a:extLst>
              <a:ext uri="{FF2B5EF4-FFF2-40B4-BE49-F238E27FC236}">
                <a16:creationId xmlns:a16="http://schemas.microsoft.com/office/drawing/2014/main" id="{CAB6407F-4151-7AA9-FF67-7D17A07531F1}"/>
              </a:ext>
            </a:extLst>
          </p:cNvPr>
          <p:cNvSpPr txBox="1">
            <a:spLocks/>
          </p:cNvSpPr>
          <p:nvPr/>
        </p:nvSpPr>
        <p:spPr>
          <a:xfrm>
            <a:off x="229842" y="4531811"/>
            <a:ext cx="5225314" cy="23820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err="1"/>
              <a:t>analyse</a:t>
            </a:r>
            <a:r>
              <a:rPr lang="en-US" sz="4000"/>
              <a:t> </a:t>
            </a:r>
            <a:r>
              <a:rPr lang="en-US" sz="4000" err="1"/>
              <a:t>concurentielle</a:t>
            </a:r>
            <a:br>
              <a:rPr lang="en-US" sz="4000"/>
            </a:br>
            <a:endParaRPr lang="en-US" sz="400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A646757F-549C-2F6B-2CFC-21C5EC266AF1}"/>
              </a:ext>
            </a:extLst>
          </p:cNvPr>
          <p:cNvSpPr txBox="1">
            <a:spLocks/>
          </p:cNvSpPr>
          <p:nvPr/>
        </p:nvSpPr>
        <p:spPr>
          <a:xfrm>
            <a:off x="5645426" y="685800"/>
            <a:ext cx="5883964" cy="3188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Croissance mondiale :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fr-FR" kern="100">
                <a:latin typeface="Aptos"/>
                <a:ea typeface="Aptos" panose="020B0004020202020204" pitchFamily="34" charset="0"/>
                <a:cs typeface="Times New Roman"/>
              </a:rPr>
              <a:t>- Le marché de l’e-sport atteindra près de 2 milliards de dollars en 2025.</a:t>
            </a:r>
          </a:p>
          <a:p>
            <a:r>
              <a:rPr lang="fr-FR" kern="100">
                <a:latin typeface="Aptos"/>
                <a:ea typeface="Aptos" panose="020B0004020202020204" pitchFamily="34" charset="0"/>
                <a:cs typeface="Times New Roman"/>
              </a:rPr>
              <a:t>Forte communauté en ligne avec des millions de spectateurs (Twitch, YouTube Kick, etc.).</a:t>
            </a:r>
          </a:p>
          <a:p>
            <a:r>
              <a:rPr lang="fr-FR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Augmentation des partenariats entre marques et équipes.</a:t>
            </a:r>
          </a:p>
        </p:txBody>
      </p:sp>
    </p:spTree>
    <p:extLst>
      <p:ext uri="{BB962C8B-B14F-4D97-AF65-F5344CB8AC3E}">
        <p14:creationId xmlns:p14="http://schemas.microsoft.com/office/powerpoint/2010/main" val="403174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1323" y="-5553"/>
            <a:ext cx="8860678" cy="687330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229836 w 5905812"/>
              <a:gd name="connsiteY0" fmla="*/ 0 h 6888661"/>
              <a:gd name="connsiteX1" fmla="*/ 5905812 w 5905812"/>
              <a:gd name="connsiteY1" fmla="*/ 11953 h 6888661"/>
              <a:gd name="connsiteX2" fmla="*/ 5905812 w 5905812"/>
              <a:gd name="connsiteY2" fmla="*/ 6869951 h 6888661"/>
              <a:gd name="connsiteX3" fmla="*/ 0 w 5905812"/>
              <a:gd name="connsiteY3" fmla="*/ 6888661 h 6888661"/>
              <a:gd name="connsiteX4" fmla="*/ 1229836 w 5905812"/>
              <a:gd name="connsiteY4" fmla="*/ 0 h 6888661"/>
              <a:gd name="connsiteX0" fmla="*/ 1156550 w 5832526"/>
              <a:gd name="connsiteY0" fmla="*/ 0 h 6883466"/>
              <a:gd name="connsiteX1" fmla="*/ 5832526 w 5832526"/>
              <a:gd name="connsiteY1" fmla="*/ 11953 h 6883466"/>
              <a:gd name="connsiteX2" fmla="*/ 5832526 w 5832526"/>
              <a:gd name="connsiteY2" fmla="*/ 6869951 h 6883466"/>
              <a:gd name="connsiteX3" fmla="*/ 0 w 5832526"/>
              <a:gd name="connsiteY3" fmla="*/ 6883466 h 6883466"/>
              <a:gd name="connsiteX4" fmla="*/ 1156550 w 5832526"/>
              <a:gd name="connsiteY4" fmla="*/ 0 h 6883466"/>
              <a:gd name="connsiteX0" fmla="*/ 1104130 w 5780106"/>
              <a:gd name="connsiteY0" fmla="*/ 0 h 6873306"/>
              <a:gd name="connsiteX1" fmla="*/ 5780106 w 5780106"/>
              <a:gd name="connsiteY1" fmla="*/ 11953 h 6873306"/>
              <a:gd name="connsiteX2" fmla="*/ 5780106 w 5780106"/>
              <a:gd name="connsiteY2" fmla="*/ 6869951 h 6873306"/>
              <a:gd name="connsiteX3" fmla="*/ 0 w 5780106"/>
              <a:gd name="connsiteY3" fmla="*/ 6873306 h 6873306"/>
              <a:gd name="connsiteX4" fmla="*/ 1104130 w 5780106"/>
              <a:gd name="connsiteY4" fmla="*/ 0 h 6873306"/>
              <a:gd name="connsiteX0" fmla="*/ 1064815 w 5740791"/>
              <a:gd name="connsiteY0" fmla="*/ 0 h 6869951"/>
              <a:gd name="connsiteX1" fmla="*/ 5740791 w 5740791"/>
              <a:gd name="connsiteY1" fmla="*/ 11953 h 6869951"/>
              <a:gd name="connsiteX2" fmla="*/ 5740791 w 5740791"/>
              <a:gd name="connsiteY2" fmla="*/ 6869951 h 6869951"/>
              <a:gd name="connsiteX3" fmla="*/ 0 w 5740791"/>
              <a:gd name="connsiteY3" fmla="*/ 6863146 h 6869951"/>
              <a:gd name="connsiteX4" fmla="*/ 1064815 w 5740791"/>
              <a:gd name="connsiteY4" fmla="*/ 0 h 6869951"/>
              <a:gd name="connsiteX0" fmla="*/ 1038605 w 5714581"/>
              <a:gd name="connsiteY0" fmla="*/ 0 h 6873306"/>
              <a:gd name="connsiteX1" fmla="*/ 5714581 w 5714581"/>
              <a:gd name="connsiteY1" fmla="*/ 11953 h 6873306"/>
              <a:gd name="connsiteX2" fmla="*/ 5714581 w 5714581"/>
              <a:gd name="connsiteY2" fmla="*/ 6869951 h 6873306"/>
              <a:gd name="connsiteX3" fmla="*/ 0 w 5714581"/>
              <a:gd name="connsiteY3" fmla="*/ 6873306 h 6873306"/>
              <a:gd name="connsiteX4" fmla="*/ 1038605 w 5714581"/>
              <a:gd name="connsiteY4" fmla="*/ 0 h 687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4581" h="6873306">
                <a:moveTo>
                  <a:pt x="1038605" y="0"/>
                </a:moveTo>
                <a:lnTo>
                  <a:pt x="5714581" y="11953"/>
                </a:lnTo>
                <a:lnTo>
                  <a:pt x="5714581" y="6869951"/>
                </a:lnTo>
                <a:lnTo>
                  <a:pt x="0" y="6873306"/>
                </a:lnTo>
                <a:lnTo>
                  <a:pt x="1038605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6727E28-7551-A8EF-7AA7-7C048E06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675167"/>
            <a:ext cx="3971261" cy="4064174"/>
          </a:xfrm>
        </p:spPr>
        <p:txBody>
          <a:bodyPr anchor="t">
            <a:normAutofit/>
          </a:bodyPr>
          <a:lstStyle/>
          <a:p>
            <a:r>
              <a:rPr lang="fr-FR"/>
              <a:t>Produits principaux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B5535B-E40D-64E7-3545-232BBC122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3026" y="533400"/>
            <a:ext cx="5883964" cy="5771481"/>
          </a:xfrm>
        </p:spPr>
        <p:txBody>
          <a:bodyPr anchor="ctr">
            <a:normAutofit/>
          </a:bodyPr>
          <a:lstStyle/>
          <a:p>
            <a:r>
              <a:rPr lang="fr-FR">
                <a:latin typeface="Aptos" panose="020B0004020202020204" pitchFamily="34" charset="0"/>
              </a:rPr>
              <a:t>Maillots </a:t>
            </a:r>
          </a:p>
          <a:p>
            <a:r>
              <a:rPr lang="fr-FR">
                <a:latin typeface="Aptos" panose="020B0004020202020204" pitchFamily="34" charset="0"/>
              </a:rPr>
              <a:t>T-shirts</a:t>
            </a:r>
          </a:p>
          <a:p>
            <a:r>
              <a:rPr lang="fr-FR">
                <a:latin typeface="Aptos" panose="020B0004020202020204" pitchFamily="34" charset="0"/>
              </a:rPr>
              <a:t>Casquettes </a:t>
            </a:r>
          </a:p>
          <a:p>
            <a:r>
              <a:rPr lang="fr-FR">
                <a:latin typeface="Aptos" panose="020B0004020202020204" pitchFamily="34" charset="0"/>
              </a:rPr>
              <a:t>Manchettes </a:t>
            </a:r>
          </a:p>
          <a:p>
            <a:r>
              <a:rPr lang="fr-FR">
                <a:latin typeface="Aptos" panose="020B0004020202020204" pitchFamily="34" charset="0"/>
              </a:rPr>
              <a:t>Goodies </a:t>
            </a:r>
          </a:p>
          <a:p>
            <a:r>
              <a:rPr lang="fr-FR">
                <a:latin typeface="Aptos" panose="020B0004020202020204" pitchFamily="34" charset="0"/>
              </a:rPr>
              <a:t>Sacs </a:t>
            </a:r>
          </a:p>
          <a:p>
            <a:r>
              <a:rPr lang="fr-FR">
                <a:latin typeface="Aptos" panose="020B0004020202020204" pitchFamily="34" charset="0"/>
              </a:rPr>
              <a:t>Produits exclusifs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4894729"/>
            <a:ext cx="4206239" cy="196787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1373" y="0"/>
            <a:ext cx="463526" cy="691388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09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2A051-DCD4-1E9B-DF66-FD527E63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1323" y="-5553"/>
            <a:ext cx="8860678" cy="687330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229836 w 5905812"/>
              <a:gd name="connsiteY0" fmla="*/ 0 h 6888661"/>
              <a:gd name="connsiteX1" fmla="*/ 5905812 w 5905812"/>
              <a:gd name="connsiteY1" fmla="*/ 11953 h 6888661"/>
              <a:gd name="connsiteX2" fmla="*/ 5905812 w 5905812"/>
              <a:gd name="connsiteY2" fmla="*/ 6869951 h 6888661"/>
              <a:gd name="connsiteX3" fmla="*/ 0 w 5905812"/>
              <a:gd name="connsiteY3" fmla="*/ 6888661 h 6888661"/>
              <a:gd name="connsiteX4" fmla="*/ 1229836 w 5905812"/>
              <a:gd name="connsiteY4" fmla="*/ 0 h 6888661"/>
              <a:gd name="connsiteX0" fmla="*/ 1156550 w 5832526"/>
              <a:gd name="connsiteY0" fmla="*/ 0 h 6883466"/>
              <a:gd name="connsiteX1" fmla="*/ 5832526 w 5832526"/>
              <a:gd name="connsiteY1" fmla="*/ 11953 h 6883466"/>
              <a:gd name="connsiteX2" fmla="*/ 5832526 w 5832526"/>
              <a:gd name="connsiteY2" fmla="*/ 6869951 h 6883466"/>
              <a:gd name="connsiteX3" fmla="*/ 0 w 5832526"/>
              <a:gd name="connsiteY3" fmla="*/ 6883466 h 6883466"/>
              <a:gd name="connsiteX4" fmla="*/ 1156550 w 5832526"/>
              <a:gd name="connsiteY4" fmla="*/ 0 h 6883466"/>
              <a:gd name="connsiteX0" fmla="*/ 1104130 w 5780106"/>
              <a:gd name="connsiteY0" fmla="*/ 0 h 6873306"/>
              <a:gd name="connsiteX1" fmla="*/ 5780106 w 5780106"/>
              <a:gd name="connsiteY1" fmla="*/ 11953 h 6873306"/>
              <a:gd name="connsiteX2" fmla="*/ 5780106 w 5780106"/>
              <a:gd name="connsiteY2" fmla="*/ 6869951 h 6873306"/>
              <a:gd name="connsiteX3" fmla="*/ 0 w 5780106"/>
              <a:gd name="connsiteY3" fmla="*/ 6873306 h 6873306"/>
              <a:gd name="connsiteX4" fmla="*/ 1104130 w 5780106"/>
              <a:gd name="connsiteY4" fmla="*/ 0 h 6873306"/>
              <a:gd name="connsiteX0" fmla="*/ 1064815 w 5740791"/>
              <a:gd name="connsiteY0" fmla="*/ 0 h 6869951"/>
              <a:gd name="connsiteX1" fmla="*/ 5740791 w 5740791"/>
              <a:gd name="connsiteY1" fmla="*/ 11953 h 6869951"/>
              <a:gd name="connsiteX2" fmla="*/ 5740791 w 5740791"/>
              <a:gd name="connsiteY2" fmla="*/ 6869951 h 6869951"/>
              <a:gd name="connsiteX3" fmla="*/ 0 w 5740791"/>
              <a:gd name="connsiteY3" fmla="*/ 6863146 h 6869951"/>
              <a:gd name="connsiteX4" fmla="*/ 1064815 w 5740791"/>
              <a:gd name="connsiteY4" fmla="*/ 0 h 6869951"/>
              <a:gd name="connsiteX0" fmla="*/ 1038605 w 5714581"/>
              <a:gd name="connsiteY0" fmla="*/ 0 h 6873306"/>
              <a:gd name="connsiteX1" fmla="*/ 5714581 w 5714581"/>
              <a:gd name="connsiteY1" fmla="*/ 11953 h 6873306"/>
              <a:gd name="connsiteX2" fmla="*/ 5714581 w 5714581"/>
              <a:gd name="connsiteY2" fmla="*/ 6869951 h 6873306"/>
              <a:gd name="connsiteX3" fmla="*/ 0 w 5714581"/>
              <a:gd name="connsiteY3" fmla="*/ 6873306 h 6873306"/>
              <a:gd name="connsiteX4" fmla="*/ 1038605 w 5714581"/>
              <a:gd name="connsiteY4" fmla="*/ 0 h 687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4581" h="6873306">
                <a:moveTo>
                  <a:pt x="1038605" y="0"/>
                </a:moveTo>
                <a:lnTo>
                  <a:pt x="5714581" y="11953"/>
                </a:lnTo>
                <a:lnTo>
                  <a:pt x="5714581" y="6869951"/>
                </a:lnTo>
                <a:lnTo>
                  <a:pt x="0" y="6873306"/>
                </a:lnTo>
                <a:lnTo>
                  <a:pt x="1038605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327773-C824-CD68-6E6C-537E0A2F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675167"/>
            <a:ext cx="3971261" cy="4064174"/>
          </a:xfrm>
        </p:spPr>
        <p:txBody>
          <a:bodyPr anchor="t">
            <a:normAutofit/>
          </a:bodyPr>
          <a:lstStyle/>
          <a:p>
            <a:r>
              <a:rPr lang="fr-FR"/>
              <a:t>Sources de revenus </a:t>
            </a:r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7AC1A9F7-ABD1-0377-3E82-D01B20CE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3026" y="533400"/>
            <a:ext cx="5883964" cy="5771481"/>
          </a:xfrm>
        </p:spPr>
        <p:txBody>
          <a:bodyPr anchor="ctr">
            <a:normAutofit/>
          </a:bodyPr>
          <a:lstStyle/>
          <a:p>
            <a:r>
              <a:rPr lang="fr-FR">
                <a:latin typeface="Aptos" panose="020B0004020202020204" pitchFamily="34" charset="0"/>
              </a:rPr>
              <a:t>Vente directe de la boutique </a:t>
            </a:r>
          </a:p>
          <a:p>
            <a:r>
              <a:rPr lang="fr-FR">
                <a:latin typeface="Aptos" panose="020B0004020202020204" pitchFamily="34" charset="0"/>
              </a:rPr>
              <a:t>Partenariats avec d’autre marque / collaboration </a:t>
            </a:r>
          </a:p>
          <a:p>
            <a:r>
              <a:rPr lang="fr-FR" err="1">
                <a:latin typeface="Aptos" panose="020B0004020202020204" pitchFamily="34" charset="0"/>
              </a:rPr>
              <a:t>Évenements</a:t>
            </a:r>
            <a:r>
              <a:rPr lang="fr-FR">
                <a:latin typeface="Aptos" panose="020B0004020202020204" pitchFamily="34" charset="0"/>
              </a:rPr>
              <a:t> et compétitions (stand, boutique physique)</a:t>
            </a:r>
          </a:p>
          <a:p>
            <a:r>
              <a:rPr lang="fr-FR">
                <a:latin typeface="Aptos" panose="020B0004020202020204" pitchFamily="34" charset="0"/>
              </a:rPr>
              <a:t>Abonnement </a:t>
            </a:r>
            <a:r>
              <a:rPr lang="fr-FR" err="1">
                <a:latin typeface="Aptos" panose="020B0004020202020204" pitchFamily="34" charset="0"/>
              </a:rPr>
              <a:t>prenium</a:t>
            </a:r>
            <a:r>
              <a:rPr lang="fr-FR">
                <a:latin typeface="Aptos" panose="020B0004020202020204" pitchFamily="34" charset="0"/>
              </a:rPr>
              <a:t> sur la boutique pour des produits et avantages exclusifs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4894729"/>
            <a:ext cx="4206239" cy="196787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1373" y="0"/>
            <a:ext cx="463526" cy="691388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91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1323" y="-5553"/>
            <a:ext cx="8860678" cy="687330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229836 w 5905812"/>
              <a:gd name="connsiteY0" fmla="*/ 0 h 6888661"/>
              <a:gd name="connsiteX1" fmla="*/ 5905812 w 5905812"/>
              <a:gd name="connsiteY1" fmla="*/ 11953 h 6888661"/>
              <a:gd name="connsiteX2" fmla="*/ 5905812 w 5905812"/>
              <a:gd name="connsiteY2" fmla="*/ 6869951 h 6888661"/>
              <a:gd name="connsiteX3" fmla="*/ 0 w 5905812"/>
              <a:gd name="connsiteY3" fmla="*/ 6888661 h 6888661"/>
              <a:gd name="connsiteX4" fmla="*/ 1229836 w 5905812"/>
              <a:gd name="connsiteY4" fmla="*/ 0 h 6888661"/>
              <a:gd name="connsiteX0" fmla="*/ 1156550 w 5832526"/>
              <a:gd name="connsiteY0" fmla="*/ 0 h 6883466"/>
              <a:gd name="connsiteX1" fmla="*/ 5832526 w 5832526"/>
              <a:gd name="connsiteY1" fmla="*/ 11953 h 6883466"/>
              <a:gd name="connsiteX2" fmla="*/ 5832526 w 5832526"/>
              <a:gd name="connsiteY2" fmla="*/ 6869951 h 6883466"/>
              <a:gd name="connsiteX3" fmla="*/ 0 w 5832526"/>
              <a:gd name="connsiteY3" fmla="*/ 6883466 h 6883466"/>
              <a:gd name="connsiteX4" fmla="*/ 1156550 w 5832526"/>
              <a:gd name="connsiteY4" fmla="*/ 0 h 6883466"/>
              <a:gd name="connsiteX0" fmla="*/ 1104130 w 5780106"/>
              <a:gd name="connsiteY0" fmla="*/ 0 h 6873306"/>
              <a:gd name="connsiteX1" fmla="*/ 5780106 w 5780106"/>
              <a:gd name="connsiteY1" fmla="*/ 11953 h 6873306"/>
              <a:gd name="connsiteX2" fmla="*/ 5780106 w 5780106"/>
              <a:gd name="connsiteY2" fmla="*/ 6869951 h 6873306"/>
              <a:gd name="connsiteX3" fmla="*/ 0 w 5780106"/>
              <a:gd name="connsiteY3" fmla="*/ 6873306 h 6873306"/>
              <a:gd name="connsiteX4" fmla="*/ 1104130 w 5780106"/>
              <a:gd name="connsiteY4" fmla="*/ 0 h 6873306"/>
              <a:gd name="connsiteX0" fmla="*/ 1064815 w 5740791"/>
              <a:gd name="connsiteY0" fmla="*/ 0 h 6869951"/>
              <a:gd name="connsiteX1" fmla="*/ 5740791 w 5740791"/>
              <a:gd name="connsiteY1" fmla="*/ 11953 h 6869951"/>
              <a:gd name="connsiteX2" fmla="*/ 5740791 w 5740791"/>
              <a:gd name="connsiteY2" fmla="*/ 6869951 h 6869951"/>
              <a:gd name="connsiteX3" fmla="*/ 0 w 5740791"/>
              <a:gd name="connsiteY3" fmla="*/ 6863146 h 6869951"/>
              <a:gd name="connsiteX4" fmla="*/ 1064815 w 5740791"/>
              <a:gd name="connsiteY4" fmla="*/ 0 h 6869951"/>
              <a:gd name="connsiteX0" fmla="*/ 1038605 w 5714581"/>
              <a:gd name="connsiteY0" fmla="*/ 0 h 6873306"/>
              <a:gd name="connsiteX1" fmla="*/ 5714581 w 5714581"/>
              <a:gd name="connsiteY1" fmla="*/ 11953 h 6873306"/>
              <a:gd name="connsiteX2" fmla="*/ 5714581 w 5714581"/>
              <a:gd name="connsiteY2" fmla="*/ 6869951 h 6873306"/>
              <a:gd name="connsiteX3" fmla="*/ 0 w 5714581"/>
              <a:gd name="connsiteY3" fmla="*/ 6873306 h 6873306"/>
              <a:gd name="connsiteX4" fmla="*/ 1038605 w 5714581"/>
              <a:gd name="connsiteY4" fmla="*/ 0 h 687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4581" h="6873306">
                <a:moveTo>
                  <a:pt x="1038605" y="0"/>
                </a:moveTo>
                <a:lnTo>
                  <a:pt x="5714581" y="11953"/>
                </a:lnTo>
                <a:lnTo>
                  <a:pt x="5714581" y="6869951"/>
                </a:lnTo>
                <a:lnTo>
                  <a:pt x="0" y="6873306"/>
                </a:lnTo>
                <a:lnTo>
                  <a:pt x="1038605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AB27D-0CB7-340F-3AA9-A119E1247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675167"/>
            <a:ext cx="3971261" cy="4064174"/>
          </a:xfrm>
        </p:spPr>
        <p:txBody>
          <a:bodyPr anchor="t">
            <a:normAutofit/>
          </a:bodyPr>
          <a:lstStyle/>
          <a:p>
            <a:r>
              <a:rPr lang="fr-FR"/>
              <a:t>Faiblesses du marché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42322-96A8-DE91-125E-C6A3FB8F6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3026" y="533400"/>
            <a:ext cx="5883964" cy="5771481"/>
          </a:xfrm>
        </p:spPr>
        <p:txBody>
          <a:bodyPr anchor="ctr">
            <a:normAutofit/>
          </a:bodyPr>
          <a:lstStyle/>
          <a:p>
            <a:r>
              <a:rPr lang="fr-FR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Saturation du marché : nombreuses équipes concurrentes dans le même domaine</a:t>
            </a:r>
          </a:p>
          <a:p>
            <a:r>
              <a:rPr lang="fr-FR">
                <a:latin typeface="Aptos" panose="020B0004020202020204" pitchFamily="34" charset="0"/>
                <a:cs typeface="Times New Roman" panose="02020603050405020304" pitchFamily="18" charset="0"/>
              </a:rPr>
              <a:t>Coût et accessibilité : les produits sont couteux rendant l’accès difficile pour certains clients</a:t>
            </a:r>
          </a:p>
          <a:p>
            <a:r>
              <a:rPr lang="fr-FR">
                <a:latin typeface="Aptos" panose="020B0004020202020204" pitchFamily="34" charset="0"/>
                <a:cs typeface="Times New Roman" panose="02020603050405020304" pitchFamily="18" charset="0"/>
              </a:rPr>
              <a:t>Logistique et distribution : gestion des stocks et livraison/retour couteux et compliqué à mettre en place</a:t>
            </a:r>
          </a:p>
          <a:p>
            <a:r>
              <a:rPr lang="fr-FR">
                <a:latin typeface="Aptos" panose="020B0004020202020204" pitchFamily="34" charset="0"/>
                <a:cs typeface="Times New Roman" panose="02020603050405020304" pitchFamily="18" charset="0"/>
              </a:rPr>
              <a:t>Contrefaçon : Les produits populaire peuvent être cible de copie</a:t>
            </a:r>
          </a:p>
          <a:p>
            <a:r>
              <a:rPr lang="fr-FR">
                <a:latin typeface="Aptos" panose="020B0004020202020204" pitchFamily="34" charset="0"/>
                <a:cs typeface="Times New Roman" panose="02020603050405020304" pitchFamily="18" charset="0"/>
              </a:rPr>
              <a:t>Évolution des tendances et des gouts : changement constant de tendance sur le marché</a:t>
            </a:r>
          </a:p>
          <a:p>
            <a:endParaRPr lang="fr-F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4894729"/>
            <a:ext cx="4206239" cy="196787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1373" y="0"/>
            <a:ext cx="463526" cy="691388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1323" y="-5553"/>
            <a:ext cx="8860678" cy="687330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229836 w 5905812"/>
              <a:gd name="connsiteY0" fmla="*/ 0 h 6888661"/>
              <a:gd name="connsiteX1" fmla="*/ 5905812 w 5905812"/>
              <a:gd name="connsiteY1" fmla="*/ 11953 h 6888661"/>
              <a:gd name="connsiteX2" fmla="*/ 5905812 w 5905812"/>
              <a:gd name="connsiteY2" fmla="*/ 6869951 h 6888661"/>
              <a:gd name="connsiteX3" fmla="*/ 0 w 5905812"/>
              <a:gd name="connsiteY3" fmla="*/ 6888661 h 6888661"/>
              <a:gd name="connsiteX4" fmla="*/ 1229836 w 5905812"/>
              <a:gd name="connsiteY4" fmla="*/ 0 h 6888661"/>
              <a:gd name="connsiteX0" fmla="*/ 1156550 w 5832526"/>
              <a:gd name="connsiteY0" fmla="*/ 0 h 6883466"/>
              <a:gd name="connsiteX1" fmla="*/ 5832526 w 5832526"/>
              <a:gd name="connsiteY1" fmla="*/ 11953 h 6883466"/>
              <a:gd name="connsiteX2" fmla="*/ 5832526 w 5832526"/>
              <a:gd name="connsiteY2" fmla="*/ 6869951 h 6883466"/>
              <a:gd name="connsiteX3" fmla="*/ 0 w 5832526"/>
              <a:gd name="connsiteY3" fmla="*/ 6883466 h 6883466"/>
              <a:gd name="connsiteX4" fmla="*/ 1156550 w 5832526"/>
              <a:gd name="connsiteY4" fmla="*/ 0 h 6883466"/>
              <a:gd name="connsiteX0" fmla="*/ 1104130 w 5780106"/>
              <a:gd name="connsiteY0" fmla="*/ 0 h 6873306"/>
              <a:gd name="connsiteX1" fmla="*/ 5780106 w 5780106"/>
              <a:gd name="connsiteY1" fmla="*/ 11953 h 6873306"/>
              <a:gd name="connsiteX2" fmla="*/ 5780106 w 5780106"/>
              <a:gd name="connsiteY2" fmla="*/ 6869951 h 6873306"/>
              <a:gd name="connsiteX3" fmla="*/ 0 w 5780106"/>
              <a:gd name="connsiteY3" fmla="*/ 6873306 h 6873306"/>
              <a:gd name="connsiteX4" fmla="*/ 1104130 w 5780106"/>
              <a:gd name="connsiteY4" fmla="*/ 0 h 6873306"/>
              <a:gd name="connsiteX0" fmla="*/ 1064815 w 5740791"/>
              <a:gd name="connsiteY0" fmla="*/ 0 h 6869951"/>
              <a:gd name="connsiteX1" fmla="*/ 5740791 w 5740791"/>
              <a:gd name="connsiteY1" fmla="*/ 11953 h 6869951"/>
              <a:gd name="connsiteX2" fmla="*/ 5740791 w 5740791"/>
              <a:gd name="connsiteY2" fmla="*/ 6869951 h 6869951"/>
              <a:gd name="connsiteX3" fmla="*/ 0 w 5740791"/>
              <a:gd name="connsiteY3" fmla="*/ 6863146 h 6869951"/>
              <a:gd name="connsiteX4" fmla="*/ 1064815 w 5740791"/>
              <a:gd name="connsiteY4" fmla="*/ 0 h 6869951"/>
              <a:gd name="connsiteX0" fmla="*/ 1038605 w 5714581"/>
              <a:gd name="connsiteY0" fmla="*/ 0 h 6873306"/>
              <a:gd name="connsiteX1" fmla="*/ 5714581 w 5714581"/>
              <a:gd name="connsiteY1" fmla="*/ 11953 h 6873306"/>
              <a:gd name="connsiteX2" fmla="*/ 5714581 w 5714581"/>
              <a:gd name="connsiteY2" fmla="*/ 6869951 h 6873306"/>
              <a:gd name="connsiteX3" fmla="*/ 0 w 5714581"/>
              <a:gd name="connsiteY3" fmla="*/ 6873306 h 6873306"/>
              <a:gd name="connsiteX4" fmla="*/ 1038605 w 5714581"/>
              <a:gd name="connsiteY4" fmla="*/ 0 h 687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4581" h="6873306">
                <a:moveTo>
                  <a:pt x="1038605" y="0"/>
                </a:moveTo>
                <a:lnTo>
                  <a:pt x="5714581" y="11953"/>
                </a:lnTo>
                <a:lnTo>
                  <a:pt x="5714581" y="6869951"/>
                </a:lnTo>
                <a:lnTo>
                  <a:pt x="0" y="6873306"/>
                </a:lnTo>
                <a:lnTo>
                  <a:pt x="1038605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226088-F2B0-4032-94AE-6808DC71E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675167"/>
            <a:ext cx="3971261" cy="4064174"/>
          </a:xfrm>
        </p:spPr>
        <p:txBody>
          <a:bodyPr anchor="t">
            <a:normAutofit/>
          </a:bodyPr>
          <a:lstStyle/>
          <a:p>
            <a:r>
              <a:rPr lang="fr-FR"/>
              <a:t>Plan de croissance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DF83FF-C7C7-FCCB-9B93-615D9B0C5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3026" y="533400"/>
            <a:ext cx="5883964" cy="577148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fr-F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À court terme (0-1 an) :</a:t>
            </a:r>
          </a:p>
          <a:p>
            <a:pPr lvl="1"/>
            <a:r>
              <a:rPr lang="fr-FR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Lancer la boutique en ligne.</a:t>
            </a:r>
          </a:p>
          <a:p>
            <a:pPr lvl="1"/>
            <a:r>
              <a:rPr lang="fr-FR" kern="100">
                <a:latin typeface="Aptos"/>
                <a:cs typeface="Times New Roman"/>
              </a:rPr>
              <a:t>Se lancer sur les réseaux sociaux et faire de la publicité grâce à nos partenaires</a:t>
            </a:r>
          </a:p>
          <a:p>
            <a:r>
              <a:rPr lang="fr-F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À moyen terme (1-3 ans) :</a:t>
            </a:r>
          </a:p>
          <a:p>
            <a:pPr lvl="1"/>
            <a:r>
              <a:rPr lang="fr-F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Développer des partenariats stratégiques.</a:t>
            </a:r>
          </a:p>
          <a:p>
            <a:pPr lvl="1"/>
            <a:r>
              <a:rPr lang="fr-F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Étendre la gamme de produits.</a:t>
            </a:r>
          </a:p>
          <a:p>
            <a:r>
              <a:rPr lang="fr-F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À long terme (3-5 ans) :</a:t>
            </a:r>
          </a:p>
          <a:p>
            <a:pPr lvl="1"/>
            <a:r>
              <a:rPr lang="fr-F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Créer des événements e-sport propriétaires.</a:t>
            </a:r>
          </a:p>
          <a:p>
            <a:pPr lvl="1"/>
            <a:r>
              <a:rPr lang="fr-F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Développer un réseau de points de vente physiques.</a:t>
            </a:r>
          </a:p>
          <a:p>
            <a:endParaRPr lang="fr-FR"/>
          </a:p>
        </p:txBody>
      </p:sp>
      <p:cxnSp>
        <p:nvCxnSpPr>
          <p:cNvPr id="29" name="Straight Connector 22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4894729"/>
            <a:ext cx="4206239" cy="196787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4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1373" y="0"/>
            <a:ext cx="463526" cy="691388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66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052B717E-679E-41A4-B95A-8F7DFAD3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23">
            <a:extLst>
              <a:ext uri="{FF2B5EF4-FFF2-40B4-BE49-F238E27FC236}">
                <a16:creationId xmlns:a16="http://schemas.microsoft.com/office/drawing/2014/main" id="{0B0EB278-F8C7-43AD-BCE2-A2F4D98C4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"/>
            <a:ext cx="7960944" cy="6859759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3837993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3837993 w 6125882"/>
              <a:gd name="connsiteY4" fmla="*/ 0 h 6857998"/>
              <a:gd name="connsiteX0" fmla="*/ 3244301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244301 w 6125882"/>
              <a:gd name="connsiteY4" fmla="*/ 0 h 6868949"/>
              <a:gd name="connsiteX0" fmla="*/ 3010169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010169 w 6125882"/>
              <a:gd name="connsiteY4" fmla="*/ 0 h 6868949"/>
              <a:gd name="connsiteX0" fmla="*/ 2951635 w 6067348"/>
              <a:gd name="connsiteY0" fmla="*/ 0 h 6868949"/>
              <a:gd name="connsiteX1" fmla="*/ 6067348 w 6067348"/>
              <a:gd name="connsiteY1" fmla="*/ 10951 h 6868949"/>
              <a:gd name="connsiteX2" fmla="*/ 6067348 w 6067348"/>
              <a:gd name="connsiteY2" fmla="*/ 6868949 h 6868949"/>
              <a:gd name="connsiteX3" fmla="*/ 0 w 6067348"/>
              <a:gd name="connsiteY3" fmla="*/ 6867946 h 6868949"/>
              <a:gd name="connsiteX4" fmla="*/ 2951635 w 6067348"/>
              <a:gd name="connsiteY4" fmla="*/ 0 h 6868949"/>
              <a:gd name="connsiteX0" fmla="*/ 2762929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762929 w 6067348"/>
              <a:gd name="connsiteY4" fmla="*/ 0 h 6859759"/>
              <a:gd name="connsiteX0" fmla="*/ 2675315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675315 w 6067348"/>
              <a:gd name="connsiteY4" fmla="*/ 0 h 6859759"/>
              <a:gd name="connsiteX0" fmla="*/ 2446171 w 5838204"/>
              <a:gd name="connsiteY0" fmla="*/ 0 h 6859759"/>
              <a:gd name="connsiteX1" fmla="*/ 5838204 w 5838204"/>
              <a:gd name="connsiteY1" fmla="*/ 1761 h 6859759"/>
              <a:gd name="connsiteX2" fmla="*/ 5838204 w 5838204"/>
              <a:gd name="connsiteY2" fmla="*/ 6859759 h 6859759"/>
              <a:gd name="connsiteX3" fmla="*/ 0 w 5838204"/>
              <a:gd name="connsiteY3" fmla="*/ 6858756 h 6859759"/>
              <a:gd name="connsiteX4" fmla="*/ 2446171 w 5838204"/>
              <a:gd name="connsiteY4" fmla="*/ 0 h 6859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8204" h="6859759">
                <a:moveTo>
                  <a:pt x="2446171" y="0"/>
                </a:moveTo>
                <a:lnTo>
                  <a:pt x="5838204" y="1761"/>
                </a:lnTo>
                <a:lnTo>
                  <a:pt x="5838204" y="6859759"/>
                </a:lnTo>
                <a:lnTo>
                  <a:pt x="0" y="6858756"/>
                </a:lnTo>
                <a:lnTo>
                  <a:pt x="244617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58707-3AFE-463E-B923-1FE8ABF43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350" y="541964"/>
            <a:ext cx="4768938" cy="38186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Devis de la </a:t>
            </a:r>
            <a:r>
              <a:rPr lang="en-US" sz="5400" err="1"/>
              <a:t>commande</a:t>
            </a:r>
            <a:r>
              <a:rPr lang="en-US" sz="5400"/>
              <a:t> de </a:t>
            </a:r>
            <a:r>
              <a:rPr lang="en-US" sz="5400" err="1"/>
              <a:t>produits</a:t>
            </a:r>
            <a:r>
              <a:rPr lang="en-US" sz="5400"/>
              <a:t>  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0A7A0AD-25ED-4137-AA04-A0E36CAA8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1187" y="10631"/>
            <a:ext cx="876073" cy="68580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186F20B-6445-4368-B022-F9EABF1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07961" y="640726"/>
            <a:ext cx="2884039" cy="62172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9F97BBF-9EBF-4BEE-B39C-E6C666941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4086" y="0"/>
            <a:ext cx="2757914" cy="14252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2831CDEF-C42F-FD92-DDD2-5F40AB14A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1474" y="541964"/>
            <a:ext cx="4611651" cy="578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257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6CA7A60-8DF8-4B78-BFE3-B372B90AB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FF4BD241-F172-410B-B0DE-9D7344B35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0"/>
            <a:ext cx="4850735" cy="685799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2320626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320626 w 6125882"/>
              <a:gd name="connsiteY4" fmla="*/ 0 h 6857998"/>
              <a:gd name="connsiteX0" fmla="*/ 2034528 w 5839784"/>
              <a:gd name="connsiteY0" fmla="*/ 0 h 6857998"/>
              <a:gd name="connsiteX1" fmla="*/ 5839784 w 5839784"/>
              <a:gd name="connsiteY1" fmla="*/ 0 h 6857998"/>
              <a:gd name="connsiteX2" fmla="*/ 5839784 w 5839784"/>
              <a:gd name="connsiteY2" fmla="*/ 6857998 h 6857998"/>
              <a:gd name="connsiteX3" fmla="*/ 0 w 5839784"/>
              <a:gd name="connsiteY3" fmla="*/ 6856093 h 6857998"/>
              <a:gd name="connsiteX4" fmla="*/ 2034528 w 5839784"/>
              <a:gd name="connsiteY4" fmla="*/ 0 h 6857998"/>
              <a:gd name="connsiteX0" fmla="*/ 2482758 w 5839784"/>
              <a:gd name="connsiteY0" fmla="*/ 10951 h 6857998"/>
              <a:gd name="connsiteX1" fmla="*/ 5839784 w 5839784"/>
              <a:gd name="connsiteY1" fmla="*/ 0 h 6857998"/>
              <a:gd name="connsiteX2" fmla="*/ 5839784 w 5839784"/>
              <a:gd name="connsiteY2" fmla="*/ 6857998 h 6857998"/>
              <a:gd name="connsiteX3" fmla="*/ 0 w 5839784"/>
              <a:gd name="connsiteY3" fmla="*/ 6856093 h 6857998"/>
              <a:gd name="connsiteX4" fmla="*/ 2482758 w 5839784"/>
              <a:gd name="connsiteY4" fmla="*/ 10951 h 6857998"/>
              <a:gd name="connsiteX0" fmla="*/ 2495565 w 5839784"/>
              <a:gd name="connsiteY0" fmla="*/ 0 h 6857998"/>
              <a:gd name="connsiteX1" fmla="*/ 5839784 w 5839784"/>
              <a:gd name="connsiteY1" fmla="*/ 0 h 6857998"/>
              <a:gd name="connsiteX2" fmla="*/ 5839784 w 5839784"/>
              <a:gd name="connsiteY2" fmla="*/ 6857998 h 6857998"/>
              <a:gd name="connsiteX3" fmla="*/ 0 w 5839784"/>
              <a:gd name="connsiteY3" fmla="*/ 6856093 h 6857998"/>
              <a:gd name="connsiteX4" fmla="*/ 2495565 w 5839784"/>
              <a:gd name="connsiteY4" fmla="*/ 0 h 6857998"/>
              <a:gd name="connsiteX0" fmla="*/ 2328480 w 5672699"/>
              <a:gd name="connsiteY0" fmla="*/ 0 h 6857998"/>
              <a:gd name="connsiteX1" fmla="*/ 5672699 w 5672699"/>
              <a:gd name="connsiteY1" fmla="*/ 0 h 6857998"/>
              <a:gd name="connsiteX2" fmla="*/ 5672699 w 5672699"/>
              <a:gd name="connsiteY2" fmla="*/ 6857998 h 6857998"/>
              <a:gd name="connsiteX3" fmla="*/ 0 w 5672699"/>
              <a:gd name="connsiteY3" fmla="*/ 6856093 h 6857998"/>
              <a:gd name="connsiteX4" fmla="*/ 2328480 w 5672699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2699" h="6857998">
                <a:moveTo>
                  <a:pt x="2328480" y="0"/>
                </a:moveTo>
                <a:lnTo>
                  <a:pt x="5672699" y="0"/>
                </a:lnTo>
                <a:lnTo>
                  <a:pt x="5672699" y="6857998"/>
                </a:lnTo>
                <a:lnTo>
                  <a:pt x="0" y="6856093"/>
                </a:lnTo>
                <a:lnTo>
                  <a:pt x="232848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A0C9A7-1995-5A4F-097B-743713302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05" y="657225"/>
            <a:ext cx="3230515" cy="3569822"/>
          </a:xfrm>
        </p:spPr>
        <p:txBody>
          <a:bodyPr anchor="t">
            <a:normAutofit/>
          </a:bodyPr>
          <a:lstStyle/>
          <a:p>
            <a:r>
              <a:rPr lang="fr-FR"/>
              <a:t>Fiche de poste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CEFB97-33B1-4F90-A6B8-EAA26EEA1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93" y="4305300"/>
            <a:ext cx="4515220" cy="25527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EFAC022E-A157-9B04-E426-0BD8936507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0413438"/>
              </p:ext>
            </p:extLst>
          </p:nvPr>
        </p:nvGraphicFramePr>
        <p:xfrm>
          <a:off x="5146923" y="832268"/>
          <a:ext cx="6289466" cy="5146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021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6" name="Rectangle 175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812B206-25E9-4F8B-AED7-8353BA625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49100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E142A6D3-8DB2-4EE4-B19A-4C40D070F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0990" y="4849100"/>
            <a:ext cx="2366826" cy="20089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FD73BD45-87D9-44BD-8E6F-A575FFD9C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2" idx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849099"/>
            <a:ext cx="3027816" cy="100445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60165179-E1CE-20FC-FF35-A9A2CAA4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95894"/>
            <a:ext cx="9144000" cy="1043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Comtable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DEDC9EC-23A3-EEC5-EF9C-60CFBB4090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8" r="18616" b="1984"/>
          <a:stretch/>
        </p:blipFill>
        <p:spPr>
          <a:xfrm>
            <a:off x="6738252" y="52825"/>
            <a:ext cx="3781965" cy="4795022"/>
          </a:xfrm>
          <a:prstGeom prst="rect">
            <a:avLst/>
          </a:prstGeom>
        </p:spPr>
      </p:pic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2178E38C-83CD-4BC6-893D-662EF9BFA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602477" y="4849098"/>
            <a:ext cx="339224" cy="20089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C965CFDB-63A4-4033-A10B-8444138F6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2420" y="4849097"/>
            <a:ext cx="3309580" cy="138214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>
            <a:extLst>
              <a:ext uri="{FF2B5EF4-FFF2-40B4-BE49-F238E27FC236}">
                <a16:creationId xmlns:a16="http://schemas.microsoft.com/office/drawing/2014/main" id="{63CEF8A4-FFA5-ACF4-7343-7AB2959F94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78" r="17286"/>
          <a:stretch/>
        </p:blipFill>
        <p:spPr>
          <a:xfrm>
            <a:off x="1209525" y="42247"/>
            <a:ext cx="4483681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9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812B206-25E9-4F8B-AED7-8353BA625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49100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142A6D3-8DB2-4EE4-B19A-4C40D070F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0990" y="4849100"/>
            <a:ext cx="2366826" cy="20089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D73BD45-87D9-44BD-8E6F-A575FFD9C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2" idx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849099"/>
            <a:ext cx="3027816" cy="100445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66D3D83-28F7-336C-AB17-6773D401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95894"/>
            <a:ext cx="9144000" cy="100633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/>
              <a:t>Commercial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23C8E00-8AD7-75D1-FED6-6FEDA57DE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3" y="296483"/>
            <a:ext cx="3991009" cy="419003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4344ECA-D393-71E4-5877-E437E9CB8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86" y="1078923"/>
            <a:ext cx="4014693" cy="306120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D55A18E-076D-E90F-CB34-1EC3B68CD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3962" y="1001033"/>
            <a:ext cx="4199456" cy="3139094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178E38C-83CD-4BC6-893D-662EF9BFA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602477" y="4849098"/>
            <a:ext cx="339224" cy="20089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965CFDB-63A4-4033-A10B-8444138F6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2420" y="4849097"/>
            <a:ext cx="3309580" cy="138214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46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812B206-25E9-4F8B-AED7-8353BA625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49100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142A6D3-8DB2-4EE4-B19A-4C40D070F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0990" y="4849100"/>
            <a:ext cx="2366826" cy="20089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D73BD45-87D9-44BD-8E6F-A575FFD9C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2" idx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849099"/>
            <a:ext cx="3027816" cy="100445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6AABE1CB-F476-70EC-6CB7-37243BF73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95894"/>
            <a:ext cx="9144000" cy="1043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designer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DF51369-B2FD-0DCA-09ED-2F7AD84CE9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6" r="1265" b="60164"/>
          <a:stretch/>
        </p:blipFill>
        <p:spPr>
          <a:xfrm>
            <a:off x="3747735" y="1101464"/>
            <a:ext cx="4252166" cy="255383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09359C7-9412-E5A0-7329-A1485A1656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9" r="3965"/>
          <a:stretch/>
        </p:blipFill>
        <p:spPr>
          <a:xfrm>
            <a:off x="37370" y="249211"/>
            <a:ext cx="3736258" cy="4258341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178E38C-83CD-4BC6-893D-662EF9BFA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602477" y="4849098"/>
            <a:ext cx="339224" cy="20089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965CFDB-63A4-4033-A10B-8444138F6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2420" y="4849097"/>
            <a:ext cx="3309580" cy="138214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>
            <a:extLst>
              <a:ext uri="{FF2B5EF4-FFF2-40B4-BE49-F238E27FC236}">
                <a16:creationId xmlns:a16="http://schemas.microsoft.com/office/drawing/2014/main" id="{A3F4FD29-8FAC-0770-F726-2B8F21E2DD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61" t="630" r="4148" b="2471"/>
          <a:stretch/>
        </p:blipFill>
        <p:spPr>
          <a:xfrm>
            <a:off x="7919879" y="685800"/>
            <a:ext cx="4166364" cy="358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93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ngleLinesVTI">
  <a:themeElements>
    <a:clrScheme name="AnalogousFromDarkSeedLeftStep">
      <a:dk1>
        <a:srgbClr val="000000"/>
      </a:dk1>
      <a:lt1>
        <a:srgbClr val="FFFFFF"/>
      </a:lt1>
      <a:dk2>
        <a:srgbClr val="301B2D"/>
      </a:dk2>
      <a:lt2>
        <a:srgbClr val="F0F3F2"/>
      </a:lt2>
      <a:accent1>
        <a:srgbClr val="E72983"/>
      </a:accent1>
      <a:accent2>
        <a:srgbClr val="D517C0"/>
      </a:accent2>
      <a:accent3>
        <a:srgbClr val="AD29E7"/>
      </a:accent3>
      <a:accent4>
        <a:srgbClr val="5725D7"/>
      </a:accent4>
      <a:accent5>
        <a:srgbClr val="2944E7"/>
      </a:accent5>
      <a:accent6>
        <a:srgbClr val="1781D5"/>
      </a:accent6>
      <a:hlink>
        <a:srgbClr val="433FBF"/>
      </a:hlink>
      <a:folHlink>
        <a:srgbClr val="7F7F7F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Grand écran</PresentationFormat>
  <Paragraphs>69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-apple-system</vt:lpstr>
      <vt:lpstr>Aptos</vt:lpstr>
      <vt:lpstr>Arial</vt:lpstr>
      <vt:lpstr>Univers Condensed Light</vt:lpstr>
      <vt:lpstr>Walbaum Display Light</vt:lpstr>
      <vt:lpstr>AngleLinesVTI</vt:lpstr>
      <vt:lpstr>Présentation PowerPoint</vt:lpstr>
      <vt:lpstr>Sommaire</vt:lpstr>
      <vt:lpstr>SLOGAN</vt:lpstr>
      <vt:lpstr>Type d'organisme et son statut juridique</vt:lpstr>
      <vt:lpstr>KBIS</vt:lpstr>
      <vt:lpstr>Les Valeurs de l’Entreprise </vt:lpstr>
      <vt:lpstr>Business plan</vt:lpstr>
      <vt:lpstr>Résumé exécutif</vt:lpstr>
      <vt:lpstr>analyse de marché </vt:lpstr>
      <vt:lpstr>Produits principaux</vt:lpstr>
      <vt:lpstr>Sources de revenus </vt:lpstr>
      <vt:lpstr>Faiblesses du marché</vt:lpstr>
      <vt:lpstr>Plan de croissance</vt:lpstr>
      <vt:lpstr>Devis de la commande de produits  </vt:lpstr>
      <vt:lpstr>Fiche de poste</vt:lpstr>
      <vt:lpstr>Comtable</vt:lpstr>
      <vt:lpstr>Commercial</vt:lpstr>
      <vt:lpstr>designer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Mateo Bulfon</dc:creator>
  <cp:lastModifiedBy>Mehdi AHMIDDOUCH</cp:lastModifiedBy>
  <cp:revision>33</cp:revision>
  <dcterms:created xsi:type="dcterms:W3CDTF">2025-01-06T08:56:13Z</dcterms:created>
  <dcterms:modified xsi:type="dcterms:W3CDTF">2026-04-28T07:46:57Z</dcterms:modified>
</cp:coreProperties>
</file>